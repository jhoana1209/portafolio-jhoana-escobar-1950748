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8288000" cy="10287000"/>
  <p:notesSz cx="6858000" cy="9144000"/>
  <p:embeddedFontLst>
    <p:embeddedFont>
      <p:font typeface="League Spartan" charset="1" panose="00000800000000000000"/>
      <p:regular r:id="rId53"/>
    </p:embeddedFont>
    <p:embeddedFont>
      <p:font typeface="Bree Serif" charset="1" panose="02000503040000020004"/>
      <p:regular r:id="rId54"/>
    </p:embeddedFont>
    <p:embeddedFont>
      <p:font typeface="Arimo" charset="1" panose="020B0604020202020204"/>
      <p:regular r:id="rId55"/>
    </p:embeddedFont>
    <p:embeddedFont>
      <p:font typeface="Arimo Bold Italics" charset="1" panose="020B0704020202090204"/>
      <p:regular r:id="rId56"/>
    </p:embeddedFont>
    <p:embeddedFont>
      <p:font typeface="Open Sans" charset="1" panose="020B0606030504020204"/>
      <p:regular r:id="rId57"/>
    </p:embeddedFont>
    <p:embeddedFont>
      <p:font typeface="Montserrat Bold" charset="1" panose="00000800000000000000"/>
      <p:regular r:id="rId58"/>
    </p:embeddedFont>
    <p:embeddedFont>
      <p:font typeface="Arimo Bold" charset="1" panose="020B0704020202020204"/>
      <p:regular r:id="rId59"/>
    </p:embeddedFont>
    <p:embeddedFont>
      <p:font typeface="Open Sans Bold" charset="1" panose="020B0806030504020204"/>
      <p:regular r:id="rId60"/>
    </p:embeddedFont>
    <p:embeddedFont>
      <p:font typeface="Poppins Bold" charset="1" panose="00000800000000000000"/>
      <p:regular r:id="rId61"/>
    </p:embeddedFont>
    <p:embeddedFont>
      <p:font typeface="Poppins" charset="1" panose="00000500000000000000"/>
      <p:regular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4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36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5.png" Type="http://schemas.openxmlformats.org/officeDocument/2006/relationships/image"/><Relationship Id="rId7" Target="../media/image51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36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5.png" Type="http://schemas.openxmlformats.org/officeDocument/2006/relationships/image"/><Relationship Id="rId8" Target="../media/image5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44.pn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36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36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5.png" Type="http://schemas.openxmlformats.org/officeDocument/2006/relationships/image"/><Relationship Id="rId6" Target="../media/image47.png" Type="http://schemas.openxmlformats.org/officeDocument/2006/relationships/image"/><Relationship Id="rId7" Target="../media/image37.png" Type="http://schemas.openxmlformats.org/officeDocument/2006/relationships/image"/><Relationship Id="rId8" Target="../media/image52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53.png" Type="http://schemas.openxmlformats.org/officeDocument/2006/relationships/image"/><Relationship Id="rId4" Target="../media/image40.png" Type="http://schemas.openxmlformats.org/officeDocument/2006/relationships/image"/><Relationship Id="rId5" Target="../media/image45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44.png" Type="http://schemas.openxmlformats.org/officeDocument/2006/relationships/image"/><Relationship Id="rId5" Target="../media/image36.png" Type="http://schemas.openxmlformats.org/officeDocument/2006/relationships/image"/><Relationship Id="rId6" Target="../media/image53.png" Type="http://schemas.openxmlformats.org/officeDocument/2006/relationships/image"/><Relationship Id="rId7" Target="../media/image40.png" Type="http://schemas.openxmlformats.org/officeDocument/2006/relationships/image"/><Relationship Id="rId8" Target="../media/image45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36.png" Type="http://schemas.openxmlformats.org/officeDocument/2006/relationships/image"/><Relationship Id="rId5" Target="../media/image53.png" Type="http://schemas.openxmlformats.org/officeDocument/2006/relationships/image"/><Relationship Id="rId6" Target="../media/image40.png" Type="http://schemas.openxmlformats.org/officeDocument/2006/relationships/image"/><Relationship Id="rId7" Target="../media/image45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36.png" Type="http://schemas.openxmlformats.org/officeDocument/2006/relationships/image"/><Relationship Id="rId5" Target="../media/image53.png" Type="http://schemas.openxmlformats.org/officeDocument/2006/relationships/image"/><Relationship Id="rId6" Target="../media/image40.png" Type="http://schemas.openxmlformats.org/officeDocument/2006/relationships/image"/><Relationship Id="rId7" Target="../media/image45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53.png" Type="http://schemas.openxmlformats.org/officeDocument/2006/relationships/image"/><Relationship Id="rId4" Target="../media/image40.png" Type="http://schemas.openxmlformats.org/officeDocument/2006/relationships/image"/><Relationship Id="rId5" Target="../media/image45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4.png" Type="http://schemas.openxmlformats.org/officeDocument/2006/relationships/image"/><Relationship Id="rId5" Target="../media/image36.png" Type="http://schemas.openxmlformats.org/officeDocument/2006/relationships/image"/><Relationship Id="rId6" Target="../media/image53.png" Type="http://schemas.openxmlformats.org/officeDocument/2006/relationships/image"/><Relationship Id="rId7" Target="../media/image58.png" Type="http://schemas.openxmlformats.org/officeDocument/2006/relationships/image"/><Relationship Id="rId8" Target="../media/image45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36.png" Type="http://schemas.openxmlformats.org/officeDocument/2006/relationships/image"/><Relationship Id="rId4" Target="../media/image53.png" Type="http://schemas.openxmlformats.org/officeDocument/2006/relationships/image"/><Relationship Id="rId5" Target="../media/image58.png" Type="http://schemas.openxmlformats.org/officeDocument/2006/relationships/image"/><Relationship Id="rId6" Target="../media/image45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44.png" Type="http://schemas.openxmlformats.org/officeDocument/2006/relationships/image"/><Relationship Id="rId3" Target="../media/image36.png" Type="http://schemas.openxmlformats.org/officeDocument/2006/relationships/image"/><Relationship Id="rId4" Target="../media/image53.png" Type="http://schemas.openxmlformats.org/officeDocument/2006/relationships/image"/><Relationship Id="rId5" Target="../media/image58.png" Type="http://schemas.openxmlformats.org/officeDocument/2006/relationships/image"/><Relationship Id="rId6" Target="../media/image45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7647" y="193164"/>
            <a:ext cx="3546674" cy="1489867"/>
          </a:xfrm>
          <a:custGeom>
            <a:avLst/>
            <a:gdLst/>
            <a:ahLst/>
            <a:cxnLst/>
            <a:rect r="r" b="b" t="t" l="l"/>
            <a:pathLst>
              <a:path h="1489867" w="3546674">
                <a:moveTo>
                  <a:pt x="0" y="0"/>
                </a:moveTo>
                <a:lnTo>
                  <a:pt x="3546674" y="0"/>
                </a:lnTo>
                <a:lnTo>
                  <a:pt x="3546674" y="1489866"/>
                </a:lnTo>
                <a:lnTo>
                  <a:pt x="0" y="1489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39358" y="91979"/>
            <a:ext cx="4202585" cy="1873442"/>
          </a:xfrm>
          <a:custGeom>
            <a:avLst/>
            <a:gdLst/>
            <a:ahLst/>
            <a:cxnLst/>
            <a:rect r="r" b="b" t="t" l="l"/>
            <a:pathLst>
              <a:path h="1873442" w="4202585">
                <a:moveTo>
                  <a:pt x="0" y="0"/>
                </a:moveTo>
                <a:lnTo>
                  <a:pt x="4202585" y="0"/>
                </a:lnTo>
                <a:lnTo>
                  <a:pt x="4202585" y="1873442"/>
                </a:lnTo>
                <a:lnTo>
                  <a:pt x="0" y="187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81475" y="3118328"/>
            <a:ext cx="13725049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Sistema Inventario de un Salon de Eventos</a:t>
            </a:r>
          </a:p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567CAB"/>
                </a:solidFill>
                <a:latin typeface="Bree Serif"/>
                <a:ea typeface="Bree Serif"/>
                <a:cs typeface="Bree Serif"/>
                <a:sym typeface="Bree Serif"/>
              </a:rPr>
              <a:t>“SisFun”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84921" y="635889"/>
            <a:ext cx="8118157" cy="7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2799" i="true" u="sng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UNIVERSIDAD AUTONOMA DE NUEVO LEON </a:t>
            </a:r>
          </a:p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FACULTAD DE CIENCIAS FISICO MATEMATICO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66529" y="6159995"/>
            <a:ext cx="10065038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David Alejandro Luna Martinez. 1904620 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Jhoana Esmeralda Escobar Barron.  1950748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624607"/>
            <a:ext cx="13716000" cy="1799082"/>
            <a:chOff x="0" y="0"/>
            <a:chExt cx="18288000" cy="2398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98776"/>
                  </a:lnTo>
                  <a:lnTo>
                    <a:pt x="0" y="239877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18288000" cy="2294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 b="true">
                  <a:solidFill>
                    <a:srgbClr val="567CA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Objetivo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1429" y="3337397"/>
            <a:ext cx="17746571" cy="332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Desarrollar un sistema integral que permita la gestion eficiente de  los modulos: clientes, eventos, inventario y personal en un salon de eventos, reduciendo tiempos administrativos, optimizando la asignacion de recursos y mejorando la experiencia del cliente mediante una interfaz intuitiva.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-37747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21031200" cy="2546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9720"/>
                </a:lnSpc>
                <a:spcBef>
                  <a:spcPct val="0"/>
                </a:spcBef>
              </a:pPr>
              <a:r>
                <a:rPr lang="en-US" b="true" sz="9000" strike="noStrike" u="none">
                  <a:solidFill>
                    <a:srgbClr val="567CA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Modulos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085056" y="2127652"/>
            <a:ext cx="1141828" cy="1141828"/>
          </a:xfrm>
          <a:custGeom>
            <a:avLst/>
            <a:gdLst/>
            <a:ahLst/>
            <a:cxnLst/>
            <a:rect r="r" b="b" t="t" l="l"/>
            <a:pathLst>
              <a:path h="1141828" w="1141828">
                <a:moveTo>
                  <a:pt x="0" y="0"/>
                </a:moveTo>
                <a:lnTo>
                  <a:pt x="1141828" y="0"/>
                </a:lnTo>
                <a:lnTo>
                  <a:pt x="1141828" y="1141828"/>
                </a:lnTo>
                <a:lnTo>
                  <a:pt x="0" y="1141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64288" y="5998338"/>
            <a:ext cx="1432849" cy="1432849"/>
          </a:xfrm>
          <a:custGeom>
            <a:avLst/>
            <a:gdLst/>
            <a:ahLst/>
            <a:cxnLst/>
            <a:rect r="r" b="b" t="t" l="l"/>
            <a:pathLst>
              <a:path h="1432849" w="1432849">
                <a:moveTo>
                  <a:pt x="0" y="0"/>
                </a:moveTo>
                <a:lnTo>
                  <a:pt x="1432849" y="0"/>
                </a:lnTo>
                <a:lnTo>
                  <a:pt x="1432849" y="1432849"/>
                </a:lnTo>
                <a:lnTo>
                  <a:pt x="0" y="1432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484559" y="1950597"/>
            <a:ext cx="1318883" cy="1318883"/>
          </a:xfrm>
          <a:custGeom>
            <a:avLst/>
            <a:gdLst/>
            <a:ahLst/>
            <a:cxnLst/>
            <a:rect r="r" b="b" t="t" l="l"/>
            <a:pathLst>
              <a:path h="1318883" w="1318883">
                <a:moveTo>
                  <a:pt x="0" y="0"/>
                </a:moveTo>
                <a:lnTo>
                  <a:pt x="1318882" y="0"/>
                </a:lnTo>
                <a:lnTo>
                  <a:pt x="1318882" y="1318883"/>
                </a:lnTo>
                <a:lnTo>
                  <a:pt x="0" y="1318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61116" y="2160321"/>
            <a:ext cx="1076491" cy="1076491"/>
          </a:xfrm>
          <a:custGeom>
            <a:avLst/>
            <a:gdLst/>
            <a:ahLst/>
            <a:cxnLst/>
            <a:rect r="r" b="b" t="t" l="l"/>
            <a:pathLst>
              <a:path h="1076491" w="1076491">
                <a:moveTo>
                  <a:pt x="0" y="0"/>
                </a:moveTo>
                <a:lnTo>
                  <a:pt x="1076491" y="0"/>
                </a:lnTo>
                <a:lnTo>
                  <a:pt x="1076491" y="1076490"/>
                </a:lnTo>
                <a:lnTo>
                  <a:pt x="0" y="10764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020013" y="5998338"/>
            <a:ext cx="1088965" cy="1432849"/>
          </a:xfrm>
          <a:custGeom>
            <a:avLst/>
            <a:gdLst/>
            <a:ahLst/>
            <a:cxnLst/>
            <a:rect r="r" b="b" t="t" l="l"/>
            <a:pathLst>
              <a:path h="1432849" w="1088965">
                <a:moveTo>
                  <a:pt x="0" y="0"/>
                </a:moveTo>
                <a:lnTo>
                  <a:pt x="1088966" y="0"/>
                </a:lnTo>
                <a:lnTo>
                  <a:pt x="1088966" y="1432849"/>
                </a:lnTo>
                <a:lnTo>
                  <a:pt x="0" y="1432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841762" y="5998338"/>
            <a:ext cx="1515199" cy="1515199"/>
          </a:xfrm>
          <a:custGeom>
            <a:avLst/>
            <a:gdLst/>
            <a:ahLst/>
            <a:cxnLst/>
            <a:rect r="r" b="b" t="t" l="l"/>
            <a:pathLst>
              <a:path h="1515199" w="1515199">
                <a:moveTo>
                  <a:pt x="0" y="0"/>
                </a:moveTo>
                <a:lnTo>
                  <a:pt x="1515200" y="0"/>
                </a:lnTo>
                <a:lnTo>
                  <a:pt x="1515200" y="1515199"/>
                </a:lnTo>
                <a:lnTo>
                  <a:pt x="0" y="15151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977705" y="7822517"/>
            <a:ext cx="2406015" cy="4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8"/>
              </a:lnSpc>
              <a:spcBef>
                <a:spcPct val="0"/>
              </a:spcBef>
            </a:pPr>
            <a:r>
              <a:rPr lang="en-US" b="true" sz="3378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5936" y="7822517"/>
            <a:ext cx="2677120" cy="4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8"/>
              </a:lnSpc>
              <a:spcBef>
                <a:spcPct val="0"/>
              </a:spcBef>
            </a:pPr>
            <a:r>
              <a:rPr lang="en-US" b="true" sz="3378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Inventario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92754" y="3478495"/>
            <a:ext cx="2575917" cy="4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8"/>
              </a:lnSpc>
              <a:spcBef>
                <a:spcPct val="0"/>
              </a:spcBef>
            </a:pPr>
            <a:r>
              <a:rPr lang="en-US" b="true" sz="3378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Paquetes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7300" y="4179501"/>
            <a:ext cx="5385952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Mostrara toda la información general relacionada al cliente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1520" y="8464551"/>
            <a:ext cx="5385952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llevara el control del inventario en existencia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51024" y="4072368"/>
            <a:ext cx="538595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Mostrara la información de paquetes ya establecidos por el salón de eventos así como los precios individuales de los productos que se manejan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51024" y="8521701"/>
            <a:ext cx="538595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administrara el personal activo que puede apoyar a la hora del evento según el tipo de evento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43406" y="3530056"/>
            <a:ext cx="1825128" cy="47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  <a:spcBef>
                <a:spcPct val="0"/>
              </a:spcBef>
            </a:pPr>
            <a:r>
              <a:rPr lang="en-US" b="true" sz="337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06260" y="4097769"/>
            <a:ext cx="538595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gestiona la planificación y administración de eventos, permitiendo crear, eliminar, modificar y visualizar eventos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95803" y="3476490"/>
            <a:ext cx="1807117" cy="47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  <a:spcBef>
                <a:spcPct val="0"/>
              </a:spcBef>
            </a:pPr>
            <a:r>
              <a:rPr lang="en-US" b="true" sz="337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60802" y="7822517"/>
            <a:ext cx="2677120" cy="4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8"/>
              </a:lnSpc>
              <a:spcBef>
                <a:spcPct val="0"/>
              </a:spcBef>
            </a:pPr>
            <a:r>
              <a:rPr lang="en-US" b="true" sz="337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Inicio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18660" y="8556625"/>
            <a:ext cx="436140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Muestra agenda y permite asignacion de eventos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21031200" cy="2546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9720"/>
                </a:lnSpc>
                <a:spcBef>
                  <a:spcPct val="0"/>
                </a:spcBef>
              </a:pPr>
              <a:r>
                <a:rPr lang="en-US" b="true" sz="9000" strike="noStrike" u="none">
                  <a:solidFill>
                    <a:srgbClr val="567CA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Arquitectura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1266" y="3243996"/>
            <a:ext cx="14721431" cy="980111"/>
            <a:chOff x="0" y="0"/>
            <a:chExt cx="19628575" cy="13068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28574" cy="1306814"/>
            </a:xfrm>
            <a:custGeom>
              <a:avLst/>
              <a:gdLst/>
              <a:ahLst/>
              <a:cxnLst/>
              <a:rect r="r" b="b" t="t" l="l"/>
              <a:pathLst>
                <a:path h="1306814" w="19628574">
                  <a:moveTo>
                    <a:pt x="0" y="0"/>
                  </a:moveTo>
                  <a:lnTo>
                    <a:pt x="19628574" y="0"/>
                  </a:lnTo>
                  <a:lnTo>
                    <a:pt x="19628574" y="1306814"/>
                  </a:lnTo>
                  <a:lnTo>
                    <a:pt x="0" y="1306814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9628575" cy="126871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0" indent="0" lvl="0">
                <a:lnSpc>
                  <a:spcPts val="5184"/>
                </a:lnSpc>
                <a:spcBef>
                  <a:spcPct val="0"/>
                </a:spcBef>
              </a:pPr>
              <a:r>
                <a:rPr lang="en-US" sz="4800" strike="noStrike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 arquitectura será de tipo </a:t>
              </a:r>
              <a:r>
                <a:rPr lang="en-US" b="true" sz="4800" strike="noStrike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cliente-servidor</a:t>
              </a:r>
              <a:r>
                <a:rPr lang="en-US" b="true" sz="4800" strike="noStrik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4800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ligero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2666" y="7411220"/>
            <a:ext cx="15778034" cy="1521906"/>
            <a:chOff x="0" y="0"/>
            <a:chExt cx="21037379" cy="20292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7378" cy="2029208"/>
            </a:xfrm>
            <a:custGeom>
              <a:avLst/>
              <a:gdLst/>
              <a:ahLst/>
              <a:cxnLst/>
              <a:rect r="r" b="b" t="t" l="l"/>
              <a:pathLst>
                <a:path h="2029208" w="21037378">
                  <a:moveTo>
                    <a:pt x="0" y="0"/>
                  </a:moveTo>
                  <a:lnTo>
                    <a:pt x="21037378" y="0"/>
                  </a:lnTo>
                  <a:lnTo>
                    <a:pt x="21037378" y="2029208"/>
                  </a:lnTo>
                  <a:lnTo>
                    <a:pt x="0" y="2029208"/>
                  </a:lnTo>
                  <a:close/>
                </a:path>
              </a:pathLst>
            </a:custGeom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1037379" cy="20006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0" indent="0" lvl="0">
                <a:lnSpc>
                  <a:spcPts val="4860"/>
                </a:lnSpc>
                <a:spcBef>
                  <a:spcPct val="0"/>
                </a:spcBef>
              </a:pPr>
              <a:r>
                <a:rPr lang="en-US" sz="4500" strike="noStrike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manejo del sistema ocurrirá del lado del servidor, por lo que elegimos esta arquitectura.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713649" y="4932070"/>
            <a:ext cx="1516924" cy="1811252"/>
          </a:xfrm>
          <a:custGeom>
            <a:avLst/>
            <a:gdLst/>
            <a:ahLst/>
            <a:cxnLst/>
            <a:rect r="r" b="b" t="t" l="l"/>
            <a:pathLst>
              <a:path h="1811252" w="1516924">
                <a:moveTo>
                  <a:pt x="0" y="0"/>
                </a:moveTo>
                <a:lnTo>
                  <a:pt x="1516923" y="0"/>
                </a:lnTo>
                <a:lnTo>
                  <a:pt x="1516923" y="1811252"/>
                </a:lnTo>
                <a:lnTo>
                  <a:pt x="0" y="1811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7051870" y="5818646"/>
            <a:ext cx="324612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117140" y="4645173"/>
            <a:ext cx="1459687" cy="2346947"/>
          </a:xfrm>
          <a:custGeom>
            <a:avLst/>
            <a:gdLst/>
            <a:ahLst/>
            <a:cxnLst/>
            <a:rect r="r" b="b" t="t" l="l"/>
            <a:pathLst>
              <a:path h="2346947" w="1459687">
                <a:moveTo>
                  <a:pt x="0" y="0"/>
                </a:moveTo>
                <a:lnTo>
                  <a:pt x="1459687" y="0"/>
                </a:lnTo>
                <a:lnTo>
                  <a:pt x="1459687" y="2346947"/>
                </a:lnTo>
                <a:lnTo>
                  <a:pt x="0" y="2346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3767"/>
            <a:ext cx="5898356" cy="2400300"/>
            <a:chOff x="0" y="0"/>
            <a:chExt cx="7864474" cy="320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4474" cy="3200400"/>
            </a:xfrm>
            <a:custGeom>
              <a:avLst/>
              <a:gdLst/>
              <a:ahLst/>
              <a:cxnLst/>
              <a:rect r="r" b="b" t="t" l="l"/>
              <a:pathLst>
                <a:path h="3200400" w="7864474">
                  <a:moveTo>
                    <a:pt x="0" y="0"/>
                  </a:moveTo>
                  <a:lnTo>
                    <a:pt x="7864474" y="0"/>
                  </a:lnTo>
                  <a:lnTo>
                    <a:pt x="7864474" y="3200400"/>
                  </a:lnTo>
                  <a:lnTo>
                    <a:pt x="0" y="3200400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7864474" cy="3095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 marL="0" indent="0" lvl="0">
                <a:lnSpc>
                  <a:spcPts val="9720"/>
                </a:lnSpc>
                <a:spcBef>
                  <a:spcPct val="0"/>
                </a:spcBef>
              </a:pPr>
              <a:r>
                <a:rPr lang="en-US" b="true" sz="9000" strike="noStrike" u="none">
                  <a:solidFill>
                    <a:srgbClr val="567CA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Backend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6603255"/>
          <a:ext cx="12192000" cy="1288826"/>
        </p:xfrm>
        <a:graphic>
          <a:graphicData uri="http://schemas.openxmlformats.org/drawingml/2006/table">
            <a:tbl>
              <a:tblPr/>
              <a:tblGrid>
                <a:gridCol w="6096000"/>
                <a:gridCol w="6096000"/>
              </a:tblGrid>
              <a:tr h="5431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LENGUAJE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7457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Node JS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14.0.0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8027691" y="661819"/>
            <a:ext cx="8841266" cy="5409656"/>
          </a:xfrm>
          <a:custGeom>
            <a:avLst/>
            <a:gdLst/>
            <a:ahLst/>
            <a:cxnLst/>
            <a:rect r="r" b="b" t="t" l="l"/>
            <a:pathLst>
              <a:path h="5409656" w="8841266">
                <a:moveTo>
                  <a:pt x="0" y="0"/>
                </a:moveTo>
                <a:lnTo>
                  <a:pt x="8841266" y="0"/>
                </a:lnTo>
                <a:lnTo>
                  <a:pt x="8841266" y="5409656"/>
                </a:lnTo>
                <a:lnTo>
                  <a:pt x="0" y="540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7770" y="498467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21031200" cy="2546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9720"/>
                </a:lnSpc>
                <a:spcBef>
                  <a:spcPct val="0"/>
                </a:spcBef>
              </a:pPr>
              <a:r>
                <a:rPr lang="en-US" b="true" sz="9000" strike="noStrike" u="none">
                  <a:solidFill>
                    <a:srgbClr val="567CA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Frontend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6998286"/>
          <a:ext cx="12192000" cy="1288826"/>
        </p:xfrm>
        <a:graphic>
          <a:graphicData uri="http://schemas.openxmlformats.org/drawingml/2006/table">
            <a:tbl>
              <a:tblPr/>
              <a:tblGrid>
                <a:gridCol w="6096000"/>
                <a:gridCol w="6096000"/>
              </a:tblGrid>
              <a:tr h="5431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LENGUAJE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7457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React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14.0.0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sp>
        <p:nvSpPr>
          <p:cNvPr name="Freeform 6" id="6" descr="Una Introducción a React y React Native | Wildix"/>
          <p:cNvSpPr/>
          <p:nvPr/>
        </p:nvSpPr>
        <p:spPr>
          <a:xfrm flipH="false" flipV="false" rot="0">
            <a:off x="7256721" y="1028700"/>
            <a:ext cx="10002579" cy="5543096"/>
          </a:xfrm>
          <a:custGeom>
            <a:avLst/>
            <a:gdLst/>
            <a:ahLst/>
            <a:cxnLst/>
            <a:rect r="r" b="b" t="t" l="l"/>
            <a:pathLst>
              <a:path h="5543096" w="10002579">
                <a:moveTo>
                  <a:pt x="0" y="0"/>
                </a:moveTo>
                <a:lnTo>
                  <a:pt x="10002579" y="0"/>
                </a:lnTo>
                <a:lnTo>
                  <a:pt x="10002579" y="5543096"/>
                </a:lnTo>
                <a:lnTo>
                  <a:pt x="0" y="5543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18402"/>
            <a:ext cx="11491188" cy="1988345"/>
            <a:chOff x="0" y="0"/>
            <a:chExt cx="15321584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21584" cy="2651126"/>
            </a:xfrm>
            <a:custGeom>
              <a:avLst/>
              <a:gdLst/>
              <a:ahLst/>
              <a:cxnLst/>
              <a:rect r="r" b="b" t="t" l="l"/>
              <a:pathLst>
                <a:path h="2651126" w="15321584">
                  <a:moveTo>
                    <a:pt x="0" y="0"/>
                  </a:moveTo>
                  <a:lnTo>
                    <a:pt x="15321584" y="0"/>
                  </a:lnTo>
                  <a:lnTo>
                    <a:pt x="15321584" y="2651126"/>
                  </a:lnTo>
                  <a:lnTo>
                    <a:pt x="0" y="2651126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5321584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6911"/>
                </a:lnSpc>
                <a:spcBef>
                  <a:spcPct val="0"/>
                </a:spcBef>
              </a:pPr>
              <a:r>
                <a:rPr lang="en-US" b="true" sz="6399" strike="noStrike" u="none">
                  <a:solidFill>
                    <a:srgbClr val="567CA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Gestor de base de datos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7969474"/>
          <a:ext cx="12192000" cy="1288826"/>
        </p:xfrm>
        <a:graphic>
          <a:graphicData uri="http://schemas.openxmlformats.org/drawingml/2006/table">
            <a:tbl>
              <a:tblPr/>
              <a:tblGrid>
                <a:gridCol w="6096000"/>
                <a:gridCol w="6096000"/>
              </a:tblGrid>
              <a:tr h="5431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LENGUAJE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7457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MySQL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8.0.11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8058327" y="2218866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3" y="0"/>
                </a:lnTo>
                <a:lnTo>
                  <a:pt x="9200973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46129"/>
            <a:ext cx="10728265" cy="1988345"/>
            <a:chOff x="0" y="0"/>
            <a:chExt cx="14304353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04353" cy="2651126"/>
            </a:xfrm>
            <a:custGeom>
              <a:avLst/>
              <a:gdLst/>
              <a:ahLst/>
              <a:cxnLst/>
              <a:rect r="r" b="b" t="t" l="l"/>
              <a:pathLst>
                <a:path h="2651126" w="14304353">
                  <a:moveTo>
                    <a:pt x="0" y="0"/>
                  </a:moveTo>
                  <a:lnTo>
                    <a:pt x="14304353" y="0"/>
                  </a:lnTo>
                  <a:lnTo>
                    <a:pt x="14304353" y="2651126"/>
                  </a:lnTo>
                  <a:lnTo>
                    <a:pt x="0" y="2651126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4304353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6911"/>
                </a:lnSpc>
                <a:spcBef>
                  <a:spcPct val="0"/>
                </a:spcBef>
              </a:pPr>
              <a:r>
                <a:rPr lang="en-US" b="true" sz="6399" strike="noStrike" u="none">
                  <a:solidFill>
                    <a:srgbClr val="567CA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Herramientas (IDE)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73613" y="2280991"/>
            <a:ext cx="10140774" cy="5070387"/>
          </a:xfrm>
          <a:custGeom>
            <a:avLst/>
            <a:gdLst/>
            <a:ahLst/>
            <a:cxnLst/>
            <a:rect r="r" b="b" t="t" l="l"/>
            <a:pathLst>
              <a:path h="5070387" w="10140774">
                <a:moveTo>
                  <a:pt x="0" y="0"/>
                </a:moveTo>
                <a:lnTo>
                  <a:pt x="10140774" y="0"/>
                </a:lnTo>
                <a:lnTo>
                  <a:pt x="10140774" y="5070387"/>
                </a:lnTo>
                <a:lnTo>
                  <a:pt x="0" y="5070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52957" y="7818971"/>
          <a:ext cx="6103144" cy="1290833"/>
        </p:xfrm>
        <a:graphic>
          <a:graphicData uri="http://schemas.openxmlformats.org/drawingml/2006/table">
            <a:tbl>
              <a:tblPr/>
              <a:tblGrid>
                <a:gridCol w="6103144"/>
              </a:tblGrid>
              <a:tr h="5451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7457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17.11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5156" y="473856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6911"/>
                </a:lnSpc>
                <a:spcBef>
                  <a:spcPct val="0"/>
                </a:spcBef>
              </a:pPr>
              <a:r>
                <a:rPr lang="en-US" b="true" sz="6399" strike="noStrike" u="none">
                  <a:solidFill>
                    <a:srgbClr val="567CA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Herramientas (Manejo de Versiones)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93371" y="2770236"/>
            <a:ext cx="11301259" cy="4746529"/>
          </a:xfrm>
          <a:custGeom>
            <a:avLst/>
            <a:gdLst/>
            <a:ahLst/>
            <a:cxnLst/>
            <a:rect r="r" b="b" t="t" l="l"/>
            <a:pathLst>
              <a:path h="4746529" w="11301259">
                <a:moveTo>
                  <a:pt x="0" y="0"/>
                </a:moveTo>
                <a:lnTo>
                  <a:pt x="11301258" y="0"/>
                </a:lnTo>
                <a:lnTo>
                  <a:pt x="11301258" y="4746528"/>
                </a:lnTo>
                <a:lnTo>
                  <a:pt x="0" y="4746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50576" y="7816590"/>
          <a:ext cx="6107906" cy="1300853"/>
        </p:xfrm>
        <a:graphic>
          <a:graphicData uri="http://schemas.openxmlformats.org/drawingml/2006/table">
            <a:tbl>
              <a:tblPr/>
              <a:tblGrid>
                <a:gridCol w="6107906"/>
              </a:tblGrid>
              <a:tr h="5551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745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2.48.114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38333" y="4565332"/>
            <a:ext cx="7811334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9000" strike="noStrike" u="none">
                <a:solidFill>
                  <a:srgbClr val="567CA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DIAGRAMAS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7071" y="0"/>
            <a:ext cx="17073859" cy="10287000"/>
          </a:xfrm>
          <a:custGeom>
            <a:avLst/>
            <a:gdLst/>
            <a:ahLst/>
            <a:cxnLst/>
            <a:rect r="r" b="b" t="t" l="l"/>
            <a:pathLst>
              <a:path h="10287000" w="17073859">
                <a:moveTo>
                  <a:pt x="0" y="0"/>
                </a:moveTo>
                <a:lnTo>
                  <a:pt x="17073858" y="0"/>
                </a:lnTo>
                <a:lnTo>
                  <a:pt x="170738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423371"/>
            <a:ext cx="3838343" cy="1764756"/>
          </a:xfrm>
          <a:custGeom>
            <a:avLst/>
            <a:gdLst/>
            <a:ahLst/>
            <a:cxnLst/>
            <a:rect r="r" b="b" t="t" l="l"/>
            <a:pathLst>
              <a:path h="1764756" w="3838343">
                <a:moveTo>
                  <a:pt x="0" y="0"/>
                </a:moveTo>
                <a:lnTo>
                  <a:pt x="3838343" y="0"/>
                </a:lnTo>
                <a:lnTo>
                  <a:pt x="3838343" y="1764756"/>
                </a:lnTo>
                <a:lnTo>
                  <a:pt x="0" y="1764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505" y="6830487"/>
            <a:ext cx="125793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Referencia: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2525" y="-308454"/>
            <a:ext cx="19975012" cy="10986257"/>
          </a:xfrm>
          <a:custGeom>
            <a:avLst/>
            <a:gdLst/>
            <a:ahLst/>
            <a:cxnLst/>
            <a:rect r="r" b="b" t="t" l="l"/>
            <a:pathLst>
              <a:path h="10986257" w="19975012">
                <a:moveTo>
                  <a:pt x="0" y="0"/>
                </a:moveTo>
                <a:lnTo>
                  <a:pt x="19975012" y="0"/>
                </a:lnTo>
                <a:lnTo>
                  <a:pt x="19975012" y="10986257"/>
                </a:lnTo>
                <a:lnTo>
                  <a:pt x="0" y="10986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9998" y="5298522"/>
            <a:ext cx="2619798" cy="806092"/>
            <a:chOff x="0" y="0"/>
            <a:chExt cx="820223" cy="252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223" cy="252376"/>
            </a:xfrm>
            <a:custGeom>
              <a:avLst/>
              <a:gdLst/>
              <a:ahLst/>
              <a:cxnLst/>
              <a:rect r="r" b="b" t="t" l="l"/>
              <a:pathLst>
                <a:path h="252376" w="820223">
                  <a:moveTo>
                    <a:pt x="0" y="0"/>
                  </a:moveTo>
                  <a:lnTo>
                    <a:pt x="820223" y="0"/>
                  </a:lnTo>
                  <a:lnTo>
                    <a:pt x="820223" y="252376"/>
                  </a:lnTo>
                  <a:lnTo>
                    <a:pt x="0" y="252376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20223" cy="29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Referencia: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76505" y="6104614"/>
            <a:ext cx="4598186" cy="3513731"/>
          </a:xfrm>
          <a:custGeom>
            <a:avLst/>
            <a:gdLst/>
            <a:ahLst/>
            <a:cxnLst/>
            <a:rect r="r" b="b" t="t" l="l"/>
            <a:pathLst>
              <a:path h="3513731" w="4598186">
                <a:moveTo>
                  <a:pt x="0" y="0"/>
                </a:moveTo>
                <a:lnTo>
                  <a:pt x="4598186" y="0"/>
                </a:lnTo>
                <a:lnTo>
                  <a:pt x="4598186" y="3513731"/>
                </a:lnTo>
                <a:lnTo>
                  <a:pt x="0" y="3513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229" t="0" r="-1662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263" y="0"/>
            <a:ext cx="18646210" cy="9258300"/>
          </a:xfrm>
          <a:custGeom>
            <a:avLst/>
            <a:gdLst/>
            <a:ahLst/>
            <a:cxnLst/>
            <a:rect r="r" b="b" t="t" l="l"/>
            <a:pathLst>
              <a:path h="9258300" w="18646210">
                <a:moveTo>
                  <a:pt x="0" y="0"/>
                </a:moveTo>
                <a:lnTo>
                  <a:pt x="18646210" y="0"/>
                </a:lnTo>
                <a:lnTo>
                  <a:pt x="1864621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23" t="0" r="-5323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8948983" y="9258300"/>
            <a:ext cx="5785356" cy="1905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6263" y="5410187"/>
            <a:ext cx="3114284" cy="958241"/>
            <a:chOff x="0" y="0"/>
            <a:chExt cx="820223" cy="252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223" cy="252376"/>
            </a:xfrm>
            <a:custGeom>
              <a:avLst/>
              <a:gdLst/>
              <a:ahLst/>
              <a:cxnLst/>
              <a:rect r="r" b="b" t="t" l="l"/>
              <a:pathLst>
                <a:path h="252376" w="820223">
                  <a:moveTo>
                    <a:pt x="0" y="0"/>
                  </a:moveTo>
                  <a:lnTo>
                    <a:pt x="820223" y="0"/>
                  </a:lnTo>
                  <a:lnTo>
                    <a:pt x="820223" y="252376"/>
                  </a:lnTo>
                  <a:lnTo>
                    <a:pt x="0" y="252376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20223" cy="29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Referencia: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6263" y="6364544"/>
            <a:ext cx="5185402" cy="3765899"/>
          </a:xfrm>
          <a:custGeom>
            <a:avLst/>
            <a:gdLst/>
            <a:ahLst/>
            <a:cxnLst/>
            <a:rect r="r" b="b" t="t" l="l"/>
            <a:pathLst>
              <a:path h="3765899" w="5185402">
                <a:moveTo>
                  <a:pt x="0" y="0"/>
                </a:moveTo>
                <a:lnTo>
                  <a:pt x="5185402" y="0"/>
                </a:lnTo>
                <a:lnTo>
                  <a:pt x="5185402" y="3765899"/>
                </a:lnTo>
                <a:lnTo>
                  <a:pt x="0" y="3765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1279" y="0"/>
            <a:ext cx="16491830" cy="10183705"/>
          </a:xfrm>
          <a:custGeom>
            <a:avLst/>
            <a:gdLst/>
            <a:ahLst/>
            <a:cxnLst/>
            <a:rect r="r" b="b" t="t" l="l"/>
            <a:pathLst>
              <a:path h="10183705" w="16491830">
                <a:moveTo>
                  <a:pt x="0" y="0"/>
                </a:moveTo>
                <a:lnTo>
                  <a:pt x="16491831" y="0"/>
                </a:lnTo>
                <a:lnTo>
                  <a:pt x="16491831" y="10183705"/>
                </a:lnTo>
                <a:lnTo>
                  <a:pt x="0" y="1018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9323" y="0"/>
            <a:ext cx="15768677" cy="8344998"/>
          </a:xfrm>
          <a:custGeom>
            <a:avLst/>
            <a:gdLst/>
            <a:ahLst/>
            <a:cxnLst/>
            <a:rect r="r" b="b" t="t" l="l"/>
            <a:pathLst>
              <a:path h="8344998" w="15768677">
                <a:moveTo>
                  <a:pt x="0" y="0"/>
                </a:moveTo>
                <a:lnTo>
                  <a:pt x="15768677" y="0"/>
                </a:lnTo>
                <a:lnTo>
                  <a:pt x="15768677" y="8344998"/>
                </a:lnTo>
                <a:lnTo>
                  <a:pt x="0" y="8344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209" y="5923555"/>
            <a:ext cx="2349755" cy="723001"/>
            <a:chOff x="0" y="0"/>
            <a:chExt cx="820223" cy="252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223" cy="252376"/>
            </a:xfrm>
            <a:custGeom>
              <a:avLst/>
              <a:gdLst/>
              <a:ahLst/>
              <a:cxnLst/>
              <a:rect r="r" b="b" t="t" l="l"/>
              <a:pathLst>
                <a:path h="252376" w="820223">
                  <a:moveTo>
                    <a:pt x="0" y="0"/>
                  </a:moveTo>
                  <a:lnTo>
                    <a:pt x="820223" y="0"/>
                  </a:lnTo>
                  <a:lnTo>
                    <a:pt x="820223" y="252376"/>
                  </a:lnTo>
                  <a:lnTo>
                    <a:pt x="0" y="252376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20223" cy="29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Referencia: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6481425"/>
            <a:ext cx="4187364" cy="3805575"/>
          </a:xfrm>
          <a:custGeom>
            <a:avLst/>
            <a:gdLst/>
            <a:ahLst/>
            <a:cxnLst/>
            <a:rect r="r" b="b" t="t" l="l"/>
            <a:pathLst>
              <a:path h="3805575" w="4187364">
                <a:moveTo>
                  <a:pt x="0" y="0"/>
                </a:moveTo>
                <a:lnTo>
                  <a:pt x="4187364" y="0"/>
                </a:lnTo>
                <a:lnTo>
                  <a:pt x="4187364" y="3805575"/>
                </a:lnTo>
                <a:lnTo>
                  <a:pt x="0" y="3805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672142" cy="10479880"/>
          </a:xfrm>
          <a:custGeom>
            <a:avLst/>
            <a:gdLst/>
            <a:ahLst/>
            <a:cxnLst/>
            <a:rect r="r" b="b" t="t" l="l"/>
            <a:pathLst>
              <a:path h="10479880" w="18672142">
                <a:moveTo>
                  <a:pt x="0" y="0"/>
                </a:moveTo>
                <a:lnTo>
                  <a:pt x="18672142" y="0"/>
                </a:lnTo>
                <a:lnTo>
                  <a:pt x="18672142" y="10479880"/>
                </a:lnTo>
                <a:lnTo>
                  <a:pt x="0" y="1047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" t="0" r="0" b="-204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0279" y="3406562"/>
            <a:ext cx="3114284" cy="958241"/>
            <a:chOff x="0" y="0"/>
            <a:chExt cx="820223" cy="252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223" cy="252376"/>
            </a:xfrm>
            <a:custGeom>
              <a:avLst/>
              <a:gdLst/>
              <a:ahLst/>
              <a:cxnLst/>
              <a:rect r="r" b="b" t="t" l="l"/>
              <a:pathLst>
                <a:path h="252376" w="820223">
                  <a:moveTo>
                    <a:pt x="0" y="0"/>
                  </a:moveTo>
                  <a:lnTo>
                    <a:pt x="820223" y="0"/>
                  </a:lnTo>
                  <a:lnTo>
                    <a:pt x="820223" y="252376"/>
                  </a:lnTo>
                  <a:lnTo>
                    <a:pt x="0" y="252376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20223" cy="29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Referencia: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76404" y="1869729"/>
            <a:ext cx="12621360" cy="6547541"/>
          </a:xfrm>
          <a:custGeom>
            <a:avLst/>
            <a:gdLst/>
            <a:ahLst/>
            <a:cxnLst/>
            <a:rect r="r" b="b" t="t" l="l"/>
            <a:pathLst>
              <a:path h="6547541" w="12621360">
                <a:moveTo>
                  <a:pt x="0" y="0"/>
                </a:moveTo>
                <a:lnTo>
                  <a:pt x="12621360" y="0"/>
                </a:lnTo>
                <a:lnTo>
                  <a:pt x="12621360" y="6547542"/>
                </a:lnTo>
                <a:lnTo>
                  <a:pt x="0" y="6547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269" t="-29132" r="-21830" b="-8693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41638"/>
            <a:ext cx="11017958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Entidad-Relacion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1399" y="5549652"/>
            <a:ext cx="3114284" cy="958241"/>
            <a:chOff x="0" y="0"/>
            <a:chExt cx="820223" cy="252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223" cy="252376"/>
            </a:xfrm>
            <a:custGeom>
              <a:avLst/>
              <a:gdLst/>
              <a:ahLst/>
              <a:cxnLst/>
              <a:rect r="r" b="b" t="t" l="l"/>
              <a:pathLst>
                <a:path h="252376" w="820223">
                  <a:moveTo>
                    <a:pt x="0" y="0"/>
                  </a:moveTo>
                  <a:lnTo>
                    <a:pt x="820223" y="0"/>
                  </a:lnTo>
                  <a:lnTo>
                    <a:pt x="820223" y="252376"/>
                  </a:lnTo>
                  <a:lnTo>
                    <a:pt x="0" y="252376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20223" cy="29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Referencia: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6507893"/>
            <a:ext cx="4922288" cy="3779107"/>
          </a:xfrm>
          <a:custGeom>
            <a:avLst/>
            <a:gdLst/>
            <a:ahLst/>
            <a:cxnLst/>
            <a:rect r="r" b="b" t="t" l="l"/>
            <a:pathLst>
              <a:path h="3779107" w="4922288">
                <a:moveTo>
                  <a:pt x="0" y="0"/>
                </a:moveTo>
                <a:lnTo>
                  <a:pt x="4922288" y="0"/>
                </a:lnTo>
                <a:lnTo>
                  <a:pt x="4922288" y="3779107"/>
                </a:lnTo>
                <a:lnTo>
                  <a:pt x="0" y="3779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27" t="-11304" r="-9754" b="-10778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5470" y="146877"/>
            <a:ext cx="15472530" cy="9573628"/>
          </a:xfrm>
          <a:custGeom>
            <a:avLst/>
            <a:gdLst/>
            <a:ahLst/>
            <a:cxnLst/>
            <a:rect r="r" b="b" t="t" l="l"/>
            <a:pathLst>
              <a:path h="9573628" w="15472530">
                <a:moveTo>
                  <a:pt x="0" y="0"/>
                </a:moveTo>
                <a:lnTo>
                  <a:pt x="15472530" y="0"/>
                </a:lnTo>
                <a:lnTo>
                  <a:pt x="15472530" y="9573628"/>
                </a:lnTo>
                <a:lnTo>
                  <a:pt x="0" y="9573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766208"/>
            <a:ext cx="5238010" cy="2520792"/>
          </a:xfrm>
          <a:custGeom>
            <a:avLst/>
            <a:gdLst/>
            <a:ahLst/>
            <a:cxnLst/>
            <a:rect r="r" b="b" t="t" l="l"/>
            <a:pathLst>
              <a:path h="2520792" w="5238010">
                <a:moveTo>
                  <a:pt x="0" y="0"/>
                </a:moveTo>
                <a:lnTo>
                  <a:pt x="5238010" y="0"/>
                </a:lnTo>
                <a:lnTo>
                  <a:pt x="5238010" y="2520792"/>
                </a:lnTo>
                <a:lnTo>
                  <a:pt x="0" y="2520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1913" y="6880561"/>
            <a:ext cx="3114284" cy="958241"/>
            <a:chOff x="0" y="0"/>
            <a:chExt cx="820223" cy="252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223" cy="252376"/>
            </a:xfrm>
            <a:custGeom>
              <a:avLst/>
              <a:gdLst/>
              <a:ahLst/>
              <a:cxnLst/>
              <a:rect r="r" b="b" t="t" l="l"/>
              <a:pathLst>
                <a:path h="252376" w="820223">
                  <a:moveTo>
                    <a:pt x="0" y="0"/>
                  </a:moveTo>
                  <a:lnTo>
                    <a:pt x="820223" y="0"/>
                  </a:lnTo>
                  <a:lnTo>
                    <a:pt x="820223" y="252376"/>
                  </a:lnTo>
                  <a:lnTo>
                    <a:pt x="0" y="252376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20223" cy="29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Referencia: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41638"/>
            <a:ext cx="110179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Estados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6219" y="0"/>
            <a:ext cx="14466802" cy="10581417"/>
          </a:xfrm>
          <a:custGeom>
            <a:avLst/>
            <a:gdLst/>
            <a:ahLst/>
            <a:cxnLst/>
            <a:rect r="r" b="b" t="t" l="l"/>
            <a:pathLst>
              <a:path h="10581417" w="14466802">
                <a:moveTo>
                  <a:pt x="0" y="0"/>
                </a:moveTo>
                <a:lnTo>
                  <a:pt x="14466802" y="0"/>
                </a:lnTo>
                <a:lnTo>
                  <a:pt x="14466802" y="10581417"/>
                </a:lnTo>
                <a:lnTo>
                  <a:pt x="0" y="10581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435" t="-2943" r="0" b="-18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50" y="-95250"/>
            <a:ext cx="10784742" cy="181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UML Diagrama </a:t>
            </a:r>
          </a:p>
          <a:p>
            <a:pPr algn="just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secuencia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50" y="6393044"/>
            <a:ext cx="4984489" cy="2724081"/>
          </a:xfrm>
          <a:custGeom>
            <a:avLst/>
            <a:gdLst/>
            <a:ahLst/>
            <a:cxnLst/>
            <a:rect r="r" b="b" t="t" l="l"/>
            <a:pathLst>
              <a:path h="2724081" w="4984489">
                <a:moveTo>
                  <a:pt x="0" y="0"/>
                </a:moveTo>
                <a:lnTo>
                  <a:pt x="4984489" y="0"/>
                </a:lnTo>
                <a:lnTo>
                  <a:pt x="4984489" y="2724082"/>
                </a:lnTo>
                <a:lnTo>
                  <a:pt x="0" y="2724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8263" y="5710687"/>
            <a:ext cx="3114284" cy="958241"/>
            <a:chOff x="0" y="0"/>
            <a:chExt cx="820223" cy="2523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0223" cy="252376"/>
            </a:xfrm>
            <a:custGeom>
              <a:avLst/>
              <a:gdLst/>
              <a:ahLst/>
              <a:cxnLst/>
              <a:rect r="r" b="b" t="t" l="l"/>
              <a:pathLst>
                <a:path h="252376" w="820223">
                  <a:moveTo>
                    <a:pt x="0" y="0"/>
                  </a:moveTo>
                  <a:lnTo>
                    <a:pt x="820223" y="0"/>
                  </a:lnTo>
                  <a:lnTo>
                    <a:pt x="820223" y="252376"/>
                  </a:lnTo>
                  <a:lnTo>
                    <a:pt x="0" y="252376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20223" cy="290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Referencia: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5892" y="4565332"/>
            <a:ext cx="5116215" cy="126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9000">
                <a:solidFill>
                  <a:srgbClr val="567CA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Modulos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748790"/>
          <a:ext cx="7315200" cy="632460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Inicio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Menu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Calendario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Cambio de estados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Cambio de pagina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Agenda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Creación de eventos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Búsqueda de clientes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Actualización de datos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Calculo de precios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1748790"/>
          <a:ext cx="7315200" cy="66675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4112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Inicio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000000">
                            <a:alpha val="100000"/>
                          </a:srgbClr>
                        </a:gs>
                        <a:gs pos="100000">
                          <a:srgbClr val="3533C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500711" y="1748790"/>
          <a:ext cx="7315200" cy="381000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Inicio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Menu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Búsqueda de clientes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Listado de clientes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Actualización de datos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Eliminación de clientes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500711" y="1748790"/>
          <a:ext cx="7315200" cy="66675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4112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Clientes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000000">
                            <a:alpha val="100000"/>
                          </a:srgbClr>
                        </a:gs>
                        <a:gs pos="100000">
                          <a:srgbClr val="3533C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748790"/>
          <a:ext cx="7315200" cy="4446956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634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Inicio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34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Menu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Búsqueda de productos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Listado de productos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4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Actualización de inventario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Edición de productos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Eliminación de productos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1748790"/>
          <a:ext cx="7315200" cy="66675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4112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Inventario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000000">
                            <a:alpha val="100000"/>
                          </a:srgbClr>
                        </a:gs>
                        <a:gs pos="100000">
                          <a:srgbClr val="3533C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500711" y="1748790"/>
          <a:ext cx="7315200" cy="569595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Inicio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Menu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Búsqueda de evento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Listado de eventos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Editar eventos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Actualización de evento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Eliminación de evento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Vinculo a Agenda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Cambio de estados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500711" y="1748790"/>
          <a:ext cx="7315200" cy="66675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4112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Evento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000000">
                            <a:alpha val="100000"/>
                          </a:srgbClr>
                        </a:gs>
                        <a:gs pos="100000">
                          <a:srgbClr val="3533C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748790"/>
          <a:ext cx="7315200" cy="569595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Inicio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Menu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Búsqueda de paquete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Listado de paquetes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Edición de paquetes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Actualización de paquetes existentes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Eliminación de paquete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Calculo de precios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Conteo de productos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1748790"/>
          <a:ext cx="7315200" cy="66675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4112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Paquetes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000000">
                            <a:alpha val="100000"/>
                          </a:srgbClr>
                        </a:gs>
                        <a:gs pos="100000">
                          <a:srgbClr val="3533C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500711" y="1748790"/>
          <a:ext cx="7315200" cy="569595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Inicio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Menu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Búsqueda de personal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Listado de personal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Actualización de datos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Edición de personal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Eliminación de personal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Agenda de eventos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Cambio de estados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500711" y="1748790"/>
          <a:ext cx="7315200" cy="66675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4112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Personal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000000">
                            <a:alpha val="100000"/>
                          </a:srgbClr>
                        </a:gs>
                        <a:gs pos="100000">
                          <a:srgbClr val="3533C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2784" y="4565332"/>
            <a:ext cx="5702433" cy="126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9000">
                <a:solidFill>
                  <a:srgbClr val="567CA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Prototipo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2035" y="1609731"/>
            <a:ext cx="408441" cy="408441"/>
          </a:xfrm>
          <a:custGeom>
            <a:avLst/>
            <a:gdLst/>
            <a:ahLst/>
            <a:cxnLst/>
            <a:rect r="r" b="b" t="t" l="l"/>
            <a:pathLst>
              <a:path h="408441" w="408441">
                <a:moveTo>
                  <a:pt x="0" y="0"/>
                </a:moveTo>
                <a:lnTo>
                  <a:pt x="408440" y="0"/>
                </a:lnTo>
                <a:lnTo>
                  <a:pt x="408440" y="408441"/>
                </a:lnTo>
                <a:lnTo>
                  <a:pt x="0" y="408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22035" y="3076591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06005" y="3815274"/>
            <a:ext cx="496297" cy="496297"/>
          </a:xfrm>
          <a:custGeom>
            <a:avLst/>
            <a:gdLst/>
            <a:ahLst/>
            <a:cxnLst/>
            <a:rect r="r" b="b" t="t" l="l"/>
            <a:pathLst>
              <a:path h="496297" w="496297">
                <a:moveTo>
                  <a:pt x="0" y="0"/>
                </a:moveTo>
                <a:lnTo>
                  <a:pt x="496297" y="0"/>
                </a:lnTo>
                <a:lnTo>
                  <a:pt x="496297" y="496297"/>
                </a:lnTo>
                <a:lnTo>
                  <a:pt x="0" y="496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3917037" y="1196809"/>
            <a:ext cx="3803652" cy="1618701"/>
            <a:chOff x="0" y="0"/>
            <a:chExt cx="1001785" cy="4263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1785" cy="426325"/>
            </a:xfrm>
            <a:custGeom>
              <a:avLst/>
              <a:gdLst/>
              <a:ahLst/>
              <a:cxnLst/>
              <a:rect r="r" b="b" t="t" l="l"/>
              <a:pathLst>
                <a:path h="426325" w="1001785">
                  <a:moveTo>
                    <a:pt x="52920" y="0"/>
                  </a:moveTo>
                  <a:lnTo>
                    <a:pt x="948865" y="0"/>
                  </a:lnTo>
                  <a:cubicBezTo>
                    <a:pt x="962900" y="0"/>
                    <a:pt x="976360" y="5576"/>
                    <a:pt x="986285" y="15500"/>
                  </a:cubicBezTo>
                  <a:cubicBezTo>
                    <a:pt x="996209" y="25424"/>
                    <a:pt x="1001785" y="38885"/>
                    <a:pt x="1001785" y="52920"/>
                  </a:cubicBezTo>
                  <a:lnTo>
                    <a:pt x="1001785" y="373404"/>
                  </a:lnTo>
                  <a:cubicBezTo>
                    <a:pt x="1001785" y="387440"/>
                    <a:pt x="996209" y="400900"/>
                    <a:pt x="986285" y="410825"/>
                  </a:cubicBezTo>
                  <a:cubicBezTo>
                    <a:pt x="976360" y="420749"/>
                    <a:pt x="962900" y="426325"/>
                    <a:pt x="948865" y="426325"/>
                  </a:cubicBezTo>
                  <a:lnTo>
                    <a:pt x="52920" y="426325"/>
                  </a:lnTo>
                  <a:cubicBezTo>
                    <a:pt x="38885" y="426325"/>
                    <a:pt x="25424" y="420749"/>
                    <a:pt x="15500" y="410825"/>
                  </a:cubicBezTo>
                  <a:cubicBezTo>
                    <a:pt x="5576" y="400900"/>
                    <a:pt x="0" y="387440"/>
                    <a:pt x="0" y="373404"/>
                  </a:cubicBezTo>
                  <a:lnTo>
                    <a:pt x="0" y="52920"/>
                  </a:lnTo>
                  <a:cubicBezTo>
                    <a:pt x="0" y="38885"/>
                    <a:pt x="5576" y="25424"/>
                    <a:pt x="15500" y="15500"/>
                  </a:cubicBezTo>
                  <a:cubicBezTo>
                    <a:pt x="25424" y="5576"/>
                    <a:pt x="38885" y="0"/>
                    <a:pt x="52920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01785" cy="48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937904" y="336062"/>
            <a:ext cx="2245403" cy="569806"/>
            <a:chOff x="0" y="0"/>
            <a:chExt cx="591382" cy="1500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1382" cy="150072"/>
            </a:xfrm>
            <a:custGeom>
              <a:avLst/>
              <a:gdLst/>
              <a:ahLst/>
              <a:cxnLst/>
              <a:rect r="r" b="b" t="t" l="l"/>
              <a:pathLst>
                <a:path h="150072" w="591382">
                  <a:moveTo>
                    <a:pt x="17239" y="0"/>
                  </a:moveTo>
                  <a:lnTo>
                    <a:pt x="574142" y="0"/>
                  </a:lnTo>
                  <a:cubicBezTo>
                    <a:pt x="583663" y="0"/>
                    <a:pt x="591382" y="7718"/>
                    <a:pt x="591382" y="17239"/>
                  </a:cubicBezTo>
                  <a:lnTo>
                    <a:pt x="591382" y="132833"/>
                  </a:lnTo>
                  <a:cubicBezTo>
                    <a:pt x="591382" y="142354"/>
                    <a:pt x="583663" y="150072"/>
                    <a:pt x="574142" y="150072"/>
                  </a:cubicBezTo>
                  <a:lnTo>
                    <a:pt x="17239" y="150072"/>
                  </a:lnTo>
                  <a:cubicBezTo>
                    <a:pt x="7718" y="150072"/>
                    <a:pt x="0" y="142354"/>
                    <a:pt x="0" y="132833"/>
                  </a:cubicBezTo>
                  <a:lnTo>
                    <a:pt x="0" y="17239"/>
                  </a:lnTo>
                  <a:cubicBezTo>
                    <a:pt x="0" y="7718"/>
                    <a:pt x="7718" y="0"/>
                    <a:pt x="1723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91382" cy="207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360910" y="3356149"/>
            <a:ext cx="1570424" cy="569806"/>
            <a:chOff x="0" y="0"/>
            <a:chExt cx="413609" cy="150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3609" cy="150072"/>
            </a:xfrm>
            <a:custGeom>
              <a:avLst/>
              <a:gdLst/>
              <a:ahLst/>
              <a:cxnLst/>
              <a:rect r="r" b="b" t="t" l="l"/>
              <a:pathLst>
                <a:path h="150072" w="413609">
                  <a:moveTo>
                    <a:pt x="24649" y="0"/>
                  </a:moveTo>
                  <a:lnTo>
                    <a:pt x="388960" y="0"/>
                  </a:lnTo>
                  <a:cubicBezTo>
                    <a:pt x="402574" y="0"/>
                    <a:pt x="413609" y="11036"/>
                    <a:pt x="413609" y="24649"/>
                  </a:cubicBezTo>
                  <a:lnTo>
                    <a:pt x="413609" y="125423"/>
                  </a:lnTo>
                  <a:cubicBezTo>
                    <a:pt x="413609" y="139037"/>
                    <a:pt x="402574" y="150072"/>
                    <a:pt x="388960" y="150072"/>
                  </a:cubicBezTo>
                  <a:lnTo>
                    <a:pt x="24649" y="150072"/>
                  </a:lnTo>
                  <a:cubicBezTo>
                    <a:pt x="11036" y="150072"/>
                    <a:pt x="0" y="139037"/>
                    <a:pt x="0" y="125423"/>
                  </a:cubicBezTo>
                  <a:lnTo>
                    <a:pt x="0" y="24649"/>
                  </a:lnTo>
                  <a:cubicBezTo>
                    <a:pt x="0" y="11036"/>
                    <a:pt x="11036" y="0"/>
                    <a:pt x="2464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13609" cy="207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>
            <a:off x="4116393" y="4006273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4048576" y="4568961"/>
            <a:ext cx="1709046" cy="834634"/>
            <a:chOff x="0" y="0"/>
            <a:chExt cx="450119" cy="21982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884632" y="4593178"/>
            <a:ext cx="1709046" cy="834634"/>
            <a:chOff x="0" y="0"/>
            <a:chExt cx="450119" cy="21982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720689" y="4600081"/>
            <a:ext cx="1709046" cy="834634"/>
            <a:chOff x="0" y="0"/>
            <a:chExt cx="450119" cy="21982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56745" y="4606984"/>
            <a:ext cx="1709046" cy="834634"/>
            <a:chOff x="0" y="0"/>
            <a:chExt cx="450119" cy="21982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solidFill>
              <a:srgbClr val="3F51B5">
                <a:alpha val="23922"/>
              </a:srgbClr>
            </a:solidFill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392802" y="4613887"/>
            <a:ext cx="1709046" cy="834634"/>
            <a:chOff x="0" y="0"/>
            <a:chExt cx="450119" cy="21982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238742" y="4620790"/>
            <a:ext cx="1709046" cy="834634"/>
            <a:chOff x="0" y="0"/>
            <a:chExt cx="450119" cy="21982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212617" y="4600081"/>
            <a:ext cx="1709046" cy="834634"/>
            <a:chOff x="0" y="0"/>
            <a:chExt cx="450119" cy="21982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048576" y="5550673"/>
            <a:ext cx="1709046" cy="834634"/>
            <a:chOff x="0" y="0"/>
            <a:chExt cx="450119" cy="21982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884632" y="5574891"/>
            <a:ext cx="1709046" cy="834634"/>
            <a:chOff x="0" y="0"/>
            <a:chExt cx="450119" cy="21982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720689" y="5581794"/>
            <a:ext cx="1709046" cy="834634"/>
            <a:chOff x="0" y="0"/>
            <a:chExt cx="450119" cy="21982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solidFill>
              <a:srgbClr val="3F51B5">
                <a:alpha val="23922"/>
              </a:srgbClr>
            </a:solidFill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556745" y="5588697"/>
            <a:ext cx="1709046" cy="834634"/>
            <a:chOff x="0" y="0"/>
            <a:chExt cx="450119" cy="21982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392802" y="5595599"/>
            <a:ext cx="1709046" cy="834634"/>
            <a:chOff x="0" y="0"/>
            <a:chExt cx="450119" cy="21982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238742" y="5602502"/>
            <a:ext cx="1709046" cy="834634"/>
            <a:chOff x="0" y="0"/>
            <a:chExt cx="450119" cy="21982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212617" y="5581794"/>
            <a:ext cx="1709046" cy="834634"/>
            <a:chOff x="0" y="0"/>
            <a:chExt cx="450119" cy="21982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4048576" y="6551436"/>
            <a:ext cx="1709046" cy="834634"/>
            <a:chOff x="0" y="0"/>
            <a:chExt cx="450119" cy="21982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solidFill>
              <a:srgbClr val="3F51B5">
                <a:alpha val="23922"/>
              </a:srgbClr>
            </a:solidFill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884632" y="6575654"/>
            <a:ext cx="1709046" cy="834634"/>
            <a:chOff x="0" y="0"/>
            <a:chExt cx="450119" cy="21982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720689" y="6582556"/>
            <a:ext cx="1709046" cy="834634"/>
            <a:chOff x="0" y="0"/>
            <a:chExt cx="450119" cy="21982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556745" y="6589459"/>
            <a:ext cx="1709046" cy="834634"/>
            <a:chOff x="0" y="0"/>
            <a:chExt cx="450119" cy="21982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392802" y="6596362"/>
            <a:ext cx="1709046" cy="834634"/>
            <a:chOff x="0" y="0"/>
            <a:chExt cx="450119" cy="21982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238742" y="6603265"/>
            <a:ext cx="1709046" cy="834634"/>
            <a:chOff x="0" y="0"/>
            <a:chExt cx="450119" cy="21982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212617" y="6582556"/>
            <a:ext cx="1709046" cy="834634"/>
            <a:chOff x="0" y="0"/>
            <a:chExt cx="450119" cy="21982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50119" cy="219821"/>
            </a:xfrm>
            <a:custGeom>
              <a:avLst/>
              <a:gdLst/>
              <a:ahLst/>
              <a:cxnLst/>
              <a:rect r="r" b="b" t="t" l="l"/>
              <a:pathLst>
                <a:path h="219821" w="450119">
                  <a:moveTo>
                    <a:pt x="4530" y="0"/>
                  </a:moveTo>
                  <a:lnTo>
                    <a:pt x="445589" y="0"/>
                  </a:lnTo>
                  <a:cubicBezTo>
                    <a:pt x="446791" y="0"/>
                    <a:pt x="447943" y="477"/>
                    <a:pt x="448792" y="1327"/>
                  </a:cubicBezTo>
                  <a:cubicBezTo>
                    <a:pt x="449642" y="2176"/>
                    <a:pt x="450119" y="3329"/>
                    <a:pt x="450119" y="4530"/>
                  </a:cubicBezTo>
                  <a:lnTo>
                    <a:pt x="450119" y="215291"/>
                  </a:lnTo>
                  <a:cubicBezTo>
                    <a:pt x="450119" y="217793"/>
                    <a:pt x="448091" y="219821"/>
                    <a:pt x="445589" y="219821"/>
                  </a:cubicBezTo>
                  <a:lnTo>
                    <a:pt x="4530" y="219821"/>
                  </a:lnTo>
                  <a:cubicBezTo>
                    <a:pt x="3329" y="219821"/>
                    <a:pt x="2176" y="219344"/>
                    <a:pt x="1327" y="218494"/>
                  </a:cubicBezTo>
                  <a:cubicBezTo>
                    <a:pt x="477" y="217645"/>
                    <a:pt x="0" y="216493"/>
                    <a:pt x="0" y="215291"/>
                  </a:cubicBezTo>
                  <a:lnTo>
                    <a:pt x="0" y="4530"/>
                  </a:lnTo>
                  <a:cubicBezTo>
                    <a:pt x="0" y="2028"/>
                    <a:pt x="2028" y="0"/>
                    <a:pt x="453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57150"/>
              <a:ext cx="450119" cy="27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2" id="102"/>
          <p:cNvSpPr/>
          <p:nvPr/>
        </p:nvSpPr>
        <p:spPr>
          <a:xfrm>
            <a:off x="17074063" y="4944282"/>
            <a:ext cx="0" cy="1977499"/>
          </a:xfrm>
          <a:prstGeom prst="line">
            <a:avLst/>
          </a:prstGeom>
          <a:ln cap="rnd" w="57150">
            <a:solidFill>
              <a:srgbClr val="A7A5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3" id="103"/>
          <p:cNvGrpSpPr/>
          <p:nvPr/>
        </p:nvGrpSpPr>
        <p:grpSpPr>
          <a:xfrm rot="0">
            <a:off x="15301891" y="7889586"/>
            <a:ext cx="1563880" cy="567432"/>
            <a:chOff x="0" y="0"/>
            <a:chExt cx="413609" cy="15007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13609" cy="150072"/>
            </a:xfrm>
            <a:custGeom>
              <a:avLst/>
              <a:gdLst/>
              <a:ahLst/>
              <a:cxnLst/>
              <a:rect r="r" b="b" t="t" l="l"/>
              <a:pathLst>
                <a:path h="150072" w="413609">
                  <a:moveTo>
                    <a:pt x="24752" y="0"/>
                  </a:moveTo>
                  <a:lnTo>
                    <a:pt x="388857" y="0"/>
                  </a:lnTo>
                  <a:cubicBezTo>
                    <a:pt x="402528" y="0"/>
                    <a:pt x="413609" y="11082"/>
                    <a:pt x="413609" y="24752"/>
                  </a:cubicBezTo>
                  <a:lnTo>
                    <a:pt x="413609" y="125320"/>
                  </a:lnTo>
                  <a:cubicBezTo>
                    <a:pt x="413609" y="131885"/>
                    <a:pt x="411002" y="138181"/>
                    <a:pt x="406360" y="142823"/>
                  </a:cubicBezTo>
                  <a:cubicBezTo>
                    <a:pt x="401718" y="147465"/>
                    <a:pt x="395422" y="150072"/>
                    <a:pt x="388857" y="150072"/>
                  </a:cubicBezTo>
                  <a:lnTo>
                    <a:pt x="24752" y="150072"/>
                  </a:lnTo>
                  <a:cubicBezTo>
                    <a:pt x="11082" y="150072"/>
                    <a:pt x="0" y="138990"/>
                    <a:pt x="0" y="125320"/>
                  </a:cubicBezTo>
                  <a:lnTo>
                    <a:pt x="0" y="24752"/>
                  </a:lnTo>
                  <a:cubicBezTo>
                    <a:pt x="0" y="18188"/>
                    <a:pt x="2608" y="11892"/>
                    <a:pt x="7250" y="7250"/>
                  </a:cubicBezTo>
                  <a:cubicBezTo>
                    <a:pt x="11892" y="2608"/>
                    <a:pt x="18188" y="0"/>
                    <a:pt x="24752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413609" cy="207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6" id="106"/>
          <p:cNvSpPr/>
          <p:nvPr/>
        </p:nvSpPr>
        <p:spPr>
          <a:xfrm>
            <a:off x="3995194" y="8523693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>
            <a:off x="17045488" y="8355535"/>
            <a:ext cx="0" cy="1581522"/>
          </a:xfrm>
          <a:prstGeom prst="line">
            <a:avLst/>
          </a:prstGeom>
          <a:ln cap="rnd" w="57150">
            <a:solidFill>
              <a:srgbClr val="A7A5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>
            <a:off x="3995239" y="8954057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9" id="109"/>
          <p:cNvSpPr/>
          <p:nvPr/>
        </p:nvSpPr>
        <p:spPr>
          <a:xfrm>
            <a:off x="3969824" y="9527385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0" id="110"/>
          <p:cNvSpPr/>
          <p:nvPr/>
        </p:nvSpPr>
        <p:spPr>
          <a:xfrm flipH="false" flipV="false" rot="0">
            <a:off x="12631314" y="9030627"/>
            <a:ext cx="1373756" cy="455346"/>
          </a:xfrm>
          <a:custGeom>
            <a:avLst/>
            <a:gdLst/>
            <a:ahLst/>
            <a:cxnLst/>
            <a:rect r="r" b="b" t="t" l="l"/>
            <a:pathLst>
              <a:path h="455346" w="1373756">
                <a:moveTo>
                  <a:pt x="0" y="0"/>
                </a:moveTo>
                <a:lnTo>
                  <a:pt x="1373755" y="0"/>
                </a:lnTo>
                <a:lnTo>
                  <a:pt x="1373755" y="455346"/>
                </a:lnTo>
                <a:lnTo>
                  <a:pt x="0" y="4553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1" id="111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3917037" y="224090"/>
            <a:ext cx="3754041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Panel de Control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5489352" y="1414174"/>
            <a:ext cx="554712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24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4301823" y="2156187"/>
            <a:ext cx="292977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Eventos Programados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5122332" y="427797"/>
            <a:ext cx="189559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 Nuevo Evento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4173611" y="3413087"/>
            <a:ext cx="160460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Calendario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5480027" y="3441344"/>
            <a:ext cx="133219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Mayo 2025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4173611" y="4087098"/>
            <a:ext cx="153049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Domingo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5973906" y="4087098"/>
            <a:ext cx="153049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Lunes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7809962" y="4087098"/>
            <a:ext cx="153049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Martes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9639484" y="4106838"/>
            <a:ext cx="153049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Miercoles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1482075" y="4087098"/>
            <a:ext cx="153049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Jueves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3328015" y="4087098"/>
            <a:ext cx="153049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Viernes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5301891" y="4122312"/>
            <a:ext cx="153049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Sábado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4116393" y="4593193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5973906" y="4580796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7812753" y="4580796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9639484" y="4625564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1484866" y="4625564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3348741" y="4593193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5301891" y="4593193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4116393" y="5574906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5973906" y="5562509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7812753" y="5562509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9639484" y="5607276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1484866" y="5607276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3348741" y="5574906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5301891" y="5574906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4116393" y="6575669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5973906" y="6563271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7812753" y="6563271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9639484" y="6608039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1484866" y="6608039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3348741" y="6575669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5301891" y="6575669"/>
            <a:ext cx="60982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9639484" y="4938653"/>
            <a:ext cx="131957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Boda García 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7783672" y="5920365"/>
            <a:ext cx="144887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XV años López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4116393" y="6886169"/>
            <a:ext cx="73830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Bautizo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4061038" y="7975099"/>
            <a:ext cx="254103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Próximos Eventos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15472621" y="7974188"/>
            <a:ext cx="1222419" cy="34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  <a:spcBef>
                <a:spcPct val="0"/>
              </a:spcBef>
            </a:pPr>
            <a:r>
              <a:rPr lang="en-US" b="true" sz="189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Ver Todos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4048576" y="8535592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Evento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4089451" y="9080345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Boda García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4116393" y="9581386"/>
            <a:ext cx="179518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XV años López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6628270" y="8535592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6583726" y="908914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María García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6628270" y="9662474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Carlos López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8749840" y="8535592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Fecha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8749840" y="908914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04/05/2025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8749840" y="9671999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10/05/2025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10712288" y="8535592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Estado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10712288" y="905104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Confirmado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10719617" y="9662474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Pendiente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12677821" y="8535592"/>
            <a:ext cx="1280741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Acciones</a:t>
            </a:r>
          </a:p>
        </p:txBody>
      </p:sp>
      <p:sp>
        <p:nvSpPr>
          <p:cNvPr name="Freeform 170" id="170"/>
          <p:cNvSpPr/>
          <p:nvPr/>
        </p:nvSpPr>
        <p:spPr>
          <a:xfrm flipH="false" flipV="false" rot="0">
            <a:off x="12641137" y="9595799"/>
            <a:ext cx="1373756" cy="455346"/>
          </a:xfrm>
          <a:custGeom>
            <a:avLst/>
            <a:gdLst/>
            <a:ahLst/>
            <a:cxnLst/>
            <a:rect r="r" b="b" t="t" l="l"/>
            <a:pathLst>
              <a:path h="455346" w="1373756">
                <a:moveTo>
                  <a:pt x="0" y="0"/>
                </a:moveTo>
                <a:lnTo>
                  <a:pt x="1373756" y="0"/>
                </a:lnTo>
                <a:lnTo>
                  <a:pt x="1373756" y="455346"/>
                </a:lnTo>
                <a:lnTo>
                  <a:pt x="0" y="4553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71" id="171"/>
          <p:cNvGrpSpPr/>
          <p:nvPr/>
        </p:nvGrpSpPr>
        <p:grpSpPr>
          <a:xfrm rot="0">
            <a:off x="8642460" y="1230300"/>
            <a:ext cx="3803652" cy="1618701"/>
            <a:chOff x="0" y="0"/>
            <a:chExt cx="1001785" cy="426325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001785" cy="426325"/>
            </a:xfrm>
            <a:custGeom>
              <a:avLst/>
              <a:gdLst/>
              <a:ahLst/>
              <a:cxnLst/>
              <a:rect r="r" b="b" t="t" l="l"/>
              <a:pathLst>
                <a:path h="426325" w="1001785">
                  <a:moveTo>
                    <a:pt x="52920" y="0"/>
                  </a:moveTo>
                  <a:lnTo>
                    <a:pt x="948865" y="0"/>
                  </a:lnTo>
                  <a:cubicBezTo>
                    <a:pt x="962900" y="0"/>
                    <a:pt x="976360" y="5576"/>
                    <a:pt x="986285" y="15500"/>
                  </a:cubicBezTo>
                  <a:cubicBezTo>
                    <a:pt x="996209" y="25424"/>
                    <a:pt x="1001785" y="38885"/>
                    <a:pt x="1001785" y="52920"/>
                  </a:cubicBezTo>
                  <a:lnTo>
                    <a:pt x="1001785" y="373404"/>
                  </a:lnTo>
                  <a:cubicBezTo>
                    <a:pt x="1001785" y="387440"/>
                    <a:pt x="996209" y="400900"/>
                    <a:pt x="986285" y="410825"/>
                  </a:cubicBezTo>
                  <a:cubicBezTo>
                    <a:pt x="976360" y="420749"/>
                    <a:pt x="962900" y="426325"/>
                    <a:pt x="948865" y="426325"/>
                  </a:cubicBezTo>
                  <a:lnTo>
                    <a:pt x="52920" y="426325"/>
                  </a:lnTo>
                  <a:cubicBezTo>
                    <a:pt x="38885" y="426325"/>
                    <a:pt x="25424" y="420749"/>
                    <a:pt x="15500" y="410825"/>
                  </a:cubicBezTo>
                  <a:cubicBezTo>
                    <a:pt x="5576" y="400900"/>
                    <a:pt x="0" y="387440"/>
                    <a:pt x="0" y="373404"/>
                  </a:cubicBezTo>
                  <a:lnTo>
                    <a:pt x="0" y="52920"/>
                  </a:lnTo>
                  <a:cubicBezTo>
                    <a:pt x="0" y="38885"/>
                    <a:pt x="5576" y="25424"/>
                    <a:pt x="15500" y="15500"/>
                  </a:cubicBezTo>
                  <a:cubicBezTo>
                    <a:pt x="25424" y="5576"/>
                    <a:pt x="38885" y="0"/>
                    <a:pt x="52920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173" id="173"/>
            <p:cNvSpPr txBox="true"/>
            <p:nvPr/>
          </p:nvSpPr>
          <p:spPr>
            <a:xfrm>
              <a:off x="0" y="-57150"/>
              <a:ext cx="1001785" cy="48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4" id="174"/>
          <p:cNvSpPr txBox="true"/>
          <p:nvPr/>
        </p:nvSpPr>
        <p:spPr>
          <a:xfrm rot="0">
            <a:off x="10137622" y="1447665"/>
            <a:ext cx="709017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128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9027245" y="2189677"/>
            <a:ext cx="272498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Clientes Registrados</a:t>
            </a:r>
          </a:p>
        </p:txBody>
      </p:sp>
      <p:grpSp>
        <p:nvGrpSpPr>
          <p:cNvPr name="Group 176" id="176"/>
          <p:cNvGrpSpPr/>
          <p:nvPr/>
        </p:nvGrpSpPr>
        <p:grpSpPr>
          <a:xfrm rot="0">
            <a:off x="13455648" y="1263790"/>
            <a:ext cx="3803652" cy="1618701"/>
            <a:chOff x="0" y="0"/>
            <a:chExt cx="1001785" cy="426325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001785" cy="426325"/>
            </a:xfrm>
            <a:custGeom>
              <a:avLst/>
              <a:gdLst/>
              <a:ahLst/>
              <a:cxnLst/>
              <a:rect r="r" b="b" t="t" l="l"/>
              <a:pathLst>
                <a:path h="426325" w="1001785">
                  <a:moveTo>
                    <a:pt x="52920" y="0"/>
                  </a:moveTo>
                  <a:lnTo>
                    <a:pt x="948865" y="0"/>
                  </a:lnTo>
                  <a:cubicBezTo>
                    <a:pt x="962900" y="0"/>
                    <a:pt x="976360" y="5576"/>
                    <a:pt x="986285" y="15500"/>
                  </a:cubicBezTo>
                  <a:cubicBezTo>
                    <a:pt x="996209" y="25424"/>
                    <a:pt x="1001785" y="38885"/>
                    <a:pt x="1001785" y="52920"/>
                  </a:cubicBezTo>
                  <a:lnTo>
                    <a:pt x="1001785" y="373404"/>
                  </a:lnTo>
                  <a:cubicBezTo>
                    <a:pt x="1001785" y="387440"/>
                    <a:pt x="996209" y="400900"/>
                    <a:pt x="986285" y="410825"/>
                  </a:cubicBezTo>
                  <a:cubicBezTo>
                    <a:pt x="976360" y="420749"/>
                    <a:pt x="962900" y="426325"/>
                    <a:pt x="948865" y="426325"/>
                  </a:cubicBezTo>
                  <a:lnTo>
                    <a:pt x="52920" y="426325"/>
                  </a:lnTo>
                  <a:cubicBezTo>
                    <a:pt x="38885" y="426325"/>
                    <a:pt x="25424" y="420749"/>
                    <a:pt x="15500" y="410825"/>
                  </a:cubicBezTo>
                  <a:cubicBezTo>
                    <a:pt x="5576" y="400900"/>
                    <a:pt x="0" y="387440"/>
                    <a:pt x="0" y="373404"/>
                  </a:cubicBezTo>
                  <a:lnTo>
                    <a:pt x="0" y="52920"/>
                  </a:lnTo>
                  <a:cubicBezTo>
                    <a:pt x="0" y="38885"/>
                    <a:pt x="5576" y="25424"/>
                    <a:pt x="15500" y="15500"/>
                  </a:cubicBezTo>
                  <a:cubicBezTo>
                    <a:pt x="25424" y="5576"/>
                    <a:pt x="38885" y="0"/>
                    <a:pt x="52920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178" id="178"/>
            <p:cNvSpPr txBox="true"/>
            <p:nvPr/>
          </p:nvSpPr>
          <p:spPr>
            <a:xfrm>
              <a:off x="0" y="-57150"/>
              <a:ext cx="1001785" cy="48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9" id="179"/>
          <p:cNvSpPr txBox="true"/>
          <p:nvPr/>
        </p:nvSpPr>
        <p:spPr>
          <a:xfrm rot="0">
            <a:off x="15077255" y="1481155"/>
            <a:ext cx="456128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15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3840434" y="2223168"/>
            <a:ext cx="257401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Eventos Pendientes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919"/>
            <a:chOff x="0" y="0"/>
            <a:chExt cx="4816593" cy="2712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1254"/>
            </a:xfrm>
            <a:custGeom>
              <a:avLst/>
              <a:gdLst/>
              <a:ahLst/>
              <a:cxnLst/>
              <a:rect r="r" b="b" t="t" l="l"/>
              <a:pathLst>
                <a:path h="27125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1254"/>
                  </a:lnTo>
                  <a:lnTo>
                    <a:pt x="0" y="271254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28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43520" y="1669863"/>
            <a:ext cx="319961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Información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30455" y="1693358"/>
            <a:ext cx="153049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6754" y="1669863"/>
            <a:ext cx="190085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45836" y="1669863"/>
            <a:ext cx="153049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Resumen</a:t>
            </a:r>
          </a:p>
        </p:txBody>
      </p:sp>
      <p:sp>
        <p:nvSpPr>
          <p:cNvPr name="Freeform 9" id="9"/>
          <p:cNvSpPr/>
          <p:nvPr/>
        </p:nvSpPr>
        <p:spPr>
          <a:xfrm>
            <a:off x="690550" y="1561913"/>
            <a:ext cx="17203942" cy="810164"/>
          </a:xfrm>
          <a:custGeom>
            <a:avLst/>
            <a:gdLst/>
            <a:ahLst/>
            <a:cxnLst/>
            <a:rect r="r" b="b" t="t" l="l"/>
            <a:pathLst>
              <a:path h="810164" w="17203942">
                <a:moveTo>
                  <a:pt x="0" y="0"/>
                </a:moveTo>
                <a:lnTo>
                  <a:pt x="3567526" y="0"/>
                </a:lnTo>
                <a:cubicBezTo>
                  <a:pt x="3620131" y="0"/>
                  <a:pt x="3662776" y="42644"/>
                  <a:pt x="3662776" y="95250"/>
                </a:cubicBezTo>
                <a:lnTo>
                  <a:pt x="3662776" y="714913"/>
                </a:lnTo>
                <a:cubicBezTo>
                  <a:pt x="3662776" y="767518"/>
                  <a:pt x="3705421" y="810163"/>
                  <a:pt x="3758026" y="810163"/>
                </a:cubicBezTo>
                <a:lnTo>
                  <a:pt x="17203942" y="810163"/>
                </a:lnTo>
              </a:path>
            </a:pathLst>
          </a:custGeom>
          <a:ln cap="flat" w="19050">
            <a:solidFill>
              <a:srgbClr val="000000">
                <a:alpha val="12941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4228315" y="2801999"/>
            <a:ext cx="13666177" cy="585125"/>
            <a:chOff x="0" y="0"/>
            <a:chExt cx="3599322" cy="1541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5399527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Hora de Fin </a:t>
            </a:r>
            <a:r>
              <a:rPr lang="en-US" b="true" sz="24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*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150340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Ubicacion</a:t>
            </a:r>
            <a:r>
              <a:rPr lang="en-US" b="true" sz="24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 *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911141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228315" y="3657313"/>
            <a:ext cx="13666177" cy="585125"/>
            <a:chOff x="0" y="0"/>
            <a:chExt cx="3599322" cy="1541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28315" y="4509139"/>
            <a:ext cx="13666177" cy="585125"/>
            <a:chOff x="0" y="0"/>
            <a:chExt cx="3599322" cy="1541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228315" y="5360964"/>
            <a:ext cx="13666177" cy="585125"/>
            <a:chOff x="0" y="0"/>
            <a:chExt cx="3599322" cy="1541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228315" y="6212790"/>
            <a:ext cx="13666177" cy="585125"/>
            <a:chOff x="0" y="0"/>
            <a:chExt cx="3599322" cy="1541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228315" y="7064615"/>
            <a:ext cx="13666177" cy="585125"/>
            <a:chOff x="0" y="0"/>
            <a:chExt cx="3599322" cy="1541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228315" y="7916441"/>
            <a:ext cx="13666177" cy="585125"/>
            <a:chOff x="0" y="0"/>
            <a:chExt cx="3599322" cy="15410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228315" y="8768266"/>
            <a:ext cx="13666177" cy="1184719"/>
            <a:chOff x="0" y="0"/>
            <a:chExt cx="3599322" cy="3120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99323" cy="312025"/>
            </a:xfrm>
            <a:custGeom>
              <a:avLst/>
              <a:gdLst/>
              <a:ahLst/>
              <a:cxnLst/>
              <a:rect r="r" b="b" t="t" l="l"/>
              <a:pathLst>
                <a:path h="312025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308059"/>
                  </a:lnTo>
                  <a:cubicBezTo>
                    <a:pt x="3599323" y="309111"/>
                    <a:pt x="3598905" y="310120"/>
                    <a:pt x="3598161" y="310863"/>
                  </a:cubicBezTo>
                  <a:cubicBezTo>
                    <a:pt x="3597417" y="311607"/>
                    <a:pt x="3596409" y="312025"/>
                    <a:pt x="3595357" y="312025"/>
                  </a:cubicBezTo>
                  <a:lnTo>
                    <a:pt x="3966" y="312025"/>
                  </a:lnTo>
                  <a:cubicBezTo>
                    <a:pt x="2914" y="312025"/>
                    <a:pt x="1905" y="311607"/>
                    <a:pt x="1161" y="310863"/>
                  </a:cubicBezTo>
                  <a:cubicBezTo>
                    <a:pt x="418" y="310120"/>
                    <a:pt x="0" y="309111"/>
                    <a:pt x="0" y="308059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3599322" cy="369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7324585" y="3911000"/>
            <a:ext cx="331439" cy="331439"/>
          </a:xfrm>
          <a:custGeom>
            <a:avLst/>
            <a:gdLst/>
            <a:ahLst/>
            <a:cxnLst/>
            <a:rect r="r" b="b" t="t" l="l"/>
            <a:pathLst>
              <a:path h="331439" w="331439">
                <a:moveTo>
                  <a:pt x="0" y="0"/>
                </a:moveTo>
                <a:lnTo>
                  <a:pt x="331439" y="0"/>
                </a:lnTo>
                <a:lnTo>
                  <a:pt x="331439" y="331439"/>
                </a:lnTo>
                <a:lnTo>
                  <a:pt x="0" y="331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7286289" y="4614376"/>
            <a:ext cx="408031" cy="408031"/>
          </a:xfrm>
          <a:custGeom>
            <a:avLst/>
            <a:gdLst/>
            <a:ahLst/>
            <a:cxnLst/>
            <a:rect r="r" b="b" t="t" l="l"/>
            <a:pathLst>
              <a:path h="408031" w="408031">
                <a:moveTo>
                  <a:pt x="0" y="0"/>
                </a:moveTo>
                <a:lnTo>
                  <a:pt x="408031" y="0"/>
                </a:lnTo>
                <a:lnTo>
                  <a:pt x="408031" y="408031"/>
                </a:lnTo>
                <a:lnTo>
                  <a:pt x="0" y="408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7286289" y="5432821"/>
            <a:ext cx="408031" cy="408031"/>
          </a:xfrm>
          <a:custGeom>
            <a:avLst/>
            <a:gdLst/>
            <a:ahLst/>
            <a:cxnLst/>
            <a:rect r="r" b="b" t="t" l="l"/>
            <a:pathLst>
              <a:path h="408031" w="408031">
                <a:moveTo>
                  <a:pt x="0" y="0"/>
                </a:moveTo>
                <a:lnTo>
                  <a:pt x="408031" y="0"/>
                </a:lnTo>
                <a:lnTo>
                  <a:pt x="408031" y="408031"/>
                </a:lnTo>
                <a:lnTo>
                  <a:pt x="0" y="408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7384929" y="6355665"/>
            <a:ext cx="210751" cy="210751"/>
          </a:xfrm>
          <a:custGeom>
            <a:avLst/>
            <a:gdLst/>
            <a:ahLst/>
            <a:cxnLst/>
            <a:rect r="r" b="b" t="t" l="l"/>
            <a:pathLst>
              <a:path h="210751" w="210751">
                <a:moveTo>
                  <a:pt x="0" y="0"/>
                </a:moveTo>
                <a:lnTo>
                  <a:pt x="210751" y="0"/>
                </a:lnTo>
                <a:lnTo>
                  <a:pt x="210751" y="210750"/>
                </a:lnTo>
                <a:lnTo>
                  <a:pt x="0" y="21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5347161" y="99034"/>
            <a:ext cx="7593678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Asignar Nuevo Evento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2838801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 del Evento </a:t>
            </a:r>
            <a:r>
              <a:rPr lang="en-US" b="true" sz="24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*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3695876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Fecha del Evento </a:t>
            </a:r>
            <a:r>
              <a:rPr lang="en-US" b="true" sz="24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*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4547701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Hora de Inicio </a:t>
            </a:r>
            <a:r>
              <a:rPr lang="en-US" b="true" sz="24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*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6250427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Tipo de Evento </a:t>
            </a:r>
            <a:r>
              <a:rPr lang="en-US" b="true" sz="24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*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7954541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Estado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358342" y="2864836"/>
            <a:ext cx="372113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358342" y="3721911"/>
            <a:ext cx="319961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19/05/2025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358342" y="4604389"/>
            <a:ext cx="159980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--:--  -----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358342" y="5456214"/>
            <a:ext cx="159980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--:--  -----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358342" y="6250890"/>
            <a:ext cx="258841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Seleccione Tipo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358342" y="7102715"/>
            <a:ext cx="258841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Ingrese ubicacion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358342" y="8011691"/>
            <a:ext cx="159980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Pendiente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358342" y="8901616"/>
            <a:ext cx="538749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Notas adiccionales sobre el evento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7384929" y="8236163"/>
            <a:ext cx="210751" cy="210751"/>
          </a:xfrm>
          <a:custGeom>
            <a:avLst/>
            <a:gdLst/>
            <a:ahLst/>
            <a:cxnLst/>
            <a:rect r="r" b="b" t="t" l="l"/>
            <a:pathLst>
              <a:path h="210751" w="210751">
                <a:moveTo>
                  <a:pt x="0" y="0"/>
                </a:moveTo>
                <a:lnTo>
                  <a:pt x="210751" y="0"/>
                </a:lnTo>
                <a:lnTo>
                  <a:pt x="210751" y="210751"/>
                </a:lnTo>
                <a:lnTo>
                  <a:pt x="0" y="210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3634016" y="1475130"/>
            <a:ext cx="1694261" cy="619548"/>
            <a:chOff x="0" y="0"/>
            <a:chExt cx="446225" cy="16317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909587" y="1596838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5690668" y="1475130"/>
            <a:ext cx="1694261" cy="619548"/>
            <a:chOff x="0" y="0"/>
            <a:chExt cx="446225" cy="16317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6037200" y="1596838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919"/>
            <a:chOff x="0" y="0"/>
            <a:chExt cx="4816593" cy="2712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1254"/>
            </a:xfrm>
            <a:custGeom>
              <a:avLst/>
              <a:gdLst/>
              <a:ahLst/>
              <a:cxnLst/>
              <a:rect r="r" b="b" t="t" l="l"/>
              <a:pathLst>
                <a:path h="27125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1254"/>
                  </a:lnTo>
                  <a:lnTo>
                    <a:pt x="0" y="271254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28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43520" y="1669863"/>
            <a:ext cx="319961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Información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30455" y="1693358"/>
            <a:ext cx="153049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6754" y="1669863"/>
            <a:ext cx="190085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45836" y="1669863"/>
            <a:ext cx="153049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Resumen</a:t>
            </a:r>
          </a:p>
        </p:txBody>
      </p:sp>
      <p:sp>
        <p:nvSpPr>
          <p:cNvPr name="Freeform 9" id="9"/>
          <p:cNvSpPr/>
          <p:nvPr/>
        </p:nvSpPr>
        <p:spPr>
          <a:xfrm>
            <a:off x="843520" y="1561913"/>
            <a:ext cx="17050973" cy="810164"/>
          </a:xfrm>
          <a:custGeom>
            <a:avLst/>
            <a:gdLst/>
            <a:ahLst/>
            <a:cxnLst/>
            <a:rect r="r" b="b" t="t" l="l"/>
            <a:pathLst>
              <a:path h="810164" w="17050973">
                <a:moveTo>
                  <a:pt x="0" y="810163"/>
                </a:moveTo>
                <a:lnTo>
                  <a:pt x="3605628" y="810163"/>
                </a:lnTo>
                <a:cubicBezTo>
                  <a:pt x="3630890" y="810163"/>
                  <a:pt x="3655117" y="800128"/>
                  <a:pt x="3672980" y="782265"/>
                </a:cubicBezTo>
                <a:cubicBezTo>
                  <a:pt x="3690843" y="764402"/>
                  <a:pt x="3700878" y="740175"/>
                  <a:pt x="3700878" y="714913"/>
                </a:cubicBezTo>
                <a:lnTo>
                  <a:pt x="3700878" y="95250"/>
                </a:lnTo>
                <a:cubicBezTo>
                  <a:pt x="3700878" y="69988"/>
                  <a:pt x="3710913" y="45761"/>
                  <a:pt x="3728776" y="27898"/>
                </a:cubicBezTo>
                <a:cubicBezTo>
                  <a:pt x="3746639" y="10035"/>
                  <a:pt x="3770866" y="0"/>
                  <a:pt x="3796128" y="0"/>
                </a:cubicBezTo>
                <a:lnTo>
                  <a:pt x="5448620" y="0"/>
                </a:lnTo>
                <a:cubicBezTo>
                  <a:pt x="5501226" y="0"/>
                  <a:pt x="5543870" y="42644"/>
                  <a:pt x="5543870" y="95250"/>
                </a:cubicBezTo>
                <a:lnTo>
                  <a:pt x="5543870" y="714913"/>
                </a:lnTo>
                <a:cubicBezTo>
                  <a:pt x="5543870" y="767518"/>
                  <a:pt x="5586515" y="810163"/>
                  <a:pt x="5639120" y="810163"/>
                </a:cubicBezTo>
                <a:lnTo>
                  <a:pt x="17050972" y="810163"/>
                </a:lnTo>
              </a:path>
            </a:pathLst>
          </a:custGeom>
          <a:ln cap="flat" w="19050">
            <a:solidFill>
              <a:srgbClr val="000000">
                <a:alpha val="12941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43520" y="3145233"/>
            <a:ext cx="3329642" cy="751159"/>
            <a:chOff x="0" y="0"/>
            <a:chExt cx="876943" cy="1978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6943" cy="197836"/>
            </a:xfrm>
            <a:custGeom>
              <a:avLst/>
              <a:gdLst/>
              <a:ahLst/>
              <a:cxnLst/>
              <a:rect r="r" b="b" t="t" l="l"/>
              <a:pathLst>
                <a:path h="197836" w="876943">
                  <a:moveTo>
                    <a:pt x="16276" y="0"/>
                  </a:moveTo>
                  <a:lnTo>
                    <a:pt x="860667" y="0"/>
                  </a:lnTo>
                  <a:cubicBezTo>
                    <a:pt x="869656" y="0"/>
                    <a:pt x="876943" y="7287"/>
                    <a:pt x="876943" y="16276"/>
                  </a:cubicBezTo>
                  <a:lnTo>
                    <a:pt x="876943" y="181560"/>
                  </a:lnTo>
                  <a:cubicBezTo>
                    <a:pt x="876943" y="185877"/>
                    <a:pt x="875228" y="190017"/>
                    <a:pt x="872175" y="193069"/>
                  </a:cubicBezTo>
                  <a:cubicBezTo>
                    <a:pt x="869123" y="196121"/>
                    <a:pt x="864983" y="197836"/>
                    <a:pt x="860667" y="197836"/>
                  </a:cubicBezTo>
                  <a:lnTo>
                    <a:pt x="16276" y="197836"/>
                  </a:lnTo>
                  <a:cubicBezTo>
                    <a:pt x="11959" y="197836"/>
                    <a:pt x="7819" y="196121"/>
                    <a:pt x="4767" y="193069"/>
                  </a:cubicBezTo>
                  <a:cubicBezTo>
                    <a:pt x="1715" y="190017"/>
                    <a:pt x="0" y="185877"/>
                    <a:pt x="0" y="181560"/>
                  </a:cubicBezTo>
                  <a:lnTo>
                    <a:pt x="0" y="16276"/>
                  </a:lnTo>
                  <a:cubicBezTo>
                    <a:pt x="0" y="7287"/>
                    <a:pt x="7287" y="0"/>
                    <a:pt x="1627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76943" cy="254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43520" y="6162481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Email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043134" y="4420267"/>
            <a:ext cx="13666177" cy="585125"/>
            <a:chOff x="0" y="0"/>
            <a:chExt cx="3599322" cy="1541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43134" y="5272093"/>
            <a:ext cx="13666177" cy="585125"/>
            <a:chOff x="0" y="0"/>
            <a:chExt cx="3599322" cy="1541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043134" y="6123918"/>
            <a:ext cx="13666177" cy="585125"/>
            <a:chOff x="0" y="0"/>
            <a:chExt cx="3599322" cy="1541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43134" y="6975744"/>
            <a:ext cx="13666177" cy="585125"/>
            <a:chOff x="0" y="0"/>
            <a:chExt cx="3599322" cy="1541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43134" y="7827569"/>
            <a:ext cx="13666177" cy="585125"/>
            <a:chOff x="0" y="0"/>
            <a:chExt cx="3599322" cy="1541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99323" cy="154107"/>
            </a:xfrm>
            <a:custGeom>
              <a:avLst/>
              <a:gdLst/>
              <a:ahLst/>
              <a:cxnLst/>
              <a:rect r="r" b="b" t="t" l="l"/>
              <a:pathLst>
                <a:path h="154107" w="3599323">
                  <a:moveTo>
                    <a:pt x="3966" y="0"/>
                  </a:moveTo>
                  <a:lnTo>
                    <a:pt x="3595357" y="0"/>
                  </a:lnTo>
                  <a:cubicBezTo>
                    <a:pt x="3596409" y="0"/>
                    <a:pt x="3597417" y="418"/>
                    <a:pt x="3598161" y="1161"/>
                  </a:cubicBezTo>
                  <a:cubicBezTo>
                    <a:pt x="3598905" y="1905"/>
                    <a:pt x="3599323" y="2914"/>
                    <a:pt x="3599323" y="3966"/>
                  </a:cubicBezTo>
                  <a:lnTo>
                    <a:pt x="3599323" y="150142"/>
                  </a:lnTo>
                  <a:cubicBezTo>
                    <a:pt x="3599323" y="151193"/>
                    <a:pt x="3598905" y="152202"/>
                    <a:pt x="3598161" y="152946"/>
                  </a:cubicBezTo>
                  <a:cubicBezTo>
                    <a:pt x="3597417" y="153689"/>
                    <a:pt x="3596409" y="154107"/>
                    <a:pt x="3595357" y="154107"/>
                  </a:cubicBezTo>
                  <a:lnTo>
                    <a:pt x="3966" y="154107"/>
                  </a:lnTo>
                  <a:cubicBezTo>
                    <a:pt x="1775" y="154107"/>
                    <a:pt x="0" y="152332"/>
                    <a:pt x="0" y="150142"/>
                  </a:cubicBezTo>
                  <a:lnTo>
                    <a:pt x="0" y="3966"/>
                  </a:lnTo>
                  <a:cubicBezTo>
                    <a:pt x="0" y="2914"/>
                    <a:pt x="418" y="1905"/>
                    <a:pt x="1161" y="1161"/>
                  </a:cubicBezTo>
                  <a:cubicBezTo>
                    <a:pt x="1905" y="418"/>
                    <a:pt x="2914" y="0"/>
                    <a:pt x="396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599322" cy="211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7139405" y="4673954"/>
            <a:ext cx="331439" cy="331439"/>
          </a:xfrm>
          <a:custGeom>
            <a:avLst/>
            <a:gdLst/>
            <a:ahLst/>
            <a:cxnLst/>
            <a:rect r="r" b="b" t="t" l="l"/>
            <a:pathLst>
              <a:path h="331439" w="331439">
                <a:moveTo>
                  <a:pt x="0" y="0"/>
                </a:moveTo>
                <a:lnTo>
                  <a:pt x="331439" y="0"/>
                </a:lnTo>
                <a:lnTo>
                  <a:pt x="331439" y="331439"/>
                </a:lnTo>
                <a:lnTo>
                  <a:pt x="0" y="331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101109" y="5377330"/>
            <a:ext cx="408031" cy="408031"/>
          </a:xfrm>
          <a:custGeom>
            <a:avLst/>
            <a:gdLst/>
            <a:ahLst/>
            <a:cxnLst/>
            <a:rect r="r" b="b" t="t" l="l"/>
            <a:pathLst>
              <a:path h="408031" w="408031">
                <a:moveTo>
                  <a:pt x="0" y="0"/>
                </a:moveTo>
                <a:lnTo>
                  <a:pt x="408031" y="0"/>
                </a:lnTo>
                <a:lnTo>
                  <a:pt x="408031" y="408031"/>
                </a:lnTo>
                <a:lnTo>
                  <a:pt x="0" y="408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7101109" y="6195775"/>
            <a:ext cx="408031" cy="408031"/>
          </a:xfrm>
          <a:custGeom>
            <a:avLst/>
            <a:gdLst/>
            <a:ahLst/>
            <a:cxnLst/>
            <a:rect r="r" b="b" t="t" l="l"/>
            <a:pathLst>
              <a:path h="408031" w="408031">
                <a:moveTo>
                  <a:pt x="0" y="0"/>
                </a:moveTo>
                <a:lnTo>
                  <a:pt x="408031" y="0"/>
                </a:lnTo>
                <a:lnTo>
                  <a:pt x="408031" y="408031"/>
                </a:lnTo>
                <a:lnTo>
                  <a:pt x="0" y="408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7199749" y="7118619"/>
            <a:ext cx="210751" cy="210751"/>
          </a:xfrm>
          <a:custGeom>
            <a:avLst/>
            <a:gdLst/>
            <a:ahLst/>
            <a:cxnLst/>
            <a:rect r="r" b="b" t="t" l="l"/>
            <a:pathLst>
              <a:path h="210751" w="210751">
                <a:moveTo>
                  <a:pt x="0" y="0"/>
                </a:moveTo>
                <a:lnTo>
                  <a:pt x="210751" y="0"/>
                </a:lnTo>
                <a:lnTo>
                  <a:pt x="210751" y="210750"/>
                </a:lnTo>
                <a:lnTo>
                  <a:pt x="0" y="21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7199749" y="8075219"/>
            <a:ext cx="210751" cy="210751"/>
          </a:xfrm>
          <a:custGeom>
            <a:avLst/>
            <a:gdLst/>
            <a:ahLst/>
            <a:cxnLst/>
            <a:rect r="r" b="b" t="t" l="l"/>
            <a:pathLst>
              <a:path h="210751" w="210751">
                <a:moveTo>
                  <a:pt x="0" y="0"/>
                </a:moveTo>
                <a:lnTo>
                  <a:pt x="210751" y="0"/>
                </a:lnTo>
                <a:lnTo>
                  <a:pt x="210751" y="210751"/>
                </a:lnTo>
                <a:lnTo>
                  <a:pt x="0" y="210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634016" y="1475130"/>
            <a:ext cx="1694261" cy="619548"/>
            <a:chOff x="0" y="0"/>
            <a:chExt cx="446225" cy="1631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690668" y="1475130"/>
            <a:ext cx="1694261" cy="619548"/>
            <a:chOff x="0" y="0"/>
            <a:chExt cx="446225" cy="16317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652372" y="3115026"/>
            <a:ext cx="2003652" cy="615332"/>
            <a:chOff x="0" y="0"/>
            <a:chExt cx="527711" cy="1620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7711" cy="162063"/>
            </a:xfrm>
            <a:custGeom>
              <a:avLst/>
              <a:gdLst/>
              <a:ahLst/>
              <a:cxnLst/>
              <a:rect r="r" b="b" t="t" l="l"/>
              <a:pathLst>
                <a:path h="162063" w="527711">
                  <a:moveTo>
                    <a:pt x="19320" y="0"/>
                  </a:moveTo>
                  <a:lnTo>
                    <a:pt x="508391" y="0"/>
                  </a:lnTo>
                  <a:cubicBezTo>
                    <a:pt x="513515" y="0"/>
                    <a:pt x="518429" y="2035"/>
                    <a:pt x="522052" y="5659"/>
                  </a:cubicBezTo>
                  <a:cubicBezTo>
                    <a:pt x="525675" y="9282"/>
                    <a:pt x="527711" y="14196"/>
                    <a:pt x="527711" y="19320"/>
                  </a:cubicBezTo>
                  <a:lnTo>
                    <a:pt x="527711" y="142743"/>
                  </a:lnTo>
                  <a:cubicBezTo>
                    <a:pt x="527711" y="153413"/>
                    <a:pt x="519061" y="162063"/>
                    <a:pt x="508391" y="162063"/>
                  </a:cubicBezTo>
                  <a:lnTo>
                    <a:pt x="19320" y="162063"/>
                  </a:lnTo>
                  <a:cubicBezTo>
                    <a:pt x="14196" y="162063"/>
                    <a:pt x="9282" y="160027"/>
                    <a:pt x="5659" y="156404"/>
                  </a:cubicBezTo>
                  <a:cubicBezTo>
                    <a:pt x="2035" y="152781"/>
                    <a:pt x="0" y="147867"/>
                    <a:pt x="0" y="142743"/>
                  </a:cubicBezTo>
                  <a:lnTo>
                    <a:pt x="0" y="19320"/>
                  </a:lnTo>
                  <a:cubicBezTo>
                    <a:pt x="0" y="8650"/>
                    <a:pt x="8650" y="0"/>
                    <a:pt x="19320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527711" cy="219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347161" y="99034"/>
            <a:ext cx="7593678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Asignar Nuevo Evento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43520" y="4458830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</a:t>
            </a:r>
            <a:r>
              <a:rPr lang="en-US" b="true" sz="24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*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43520" y="5310655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Teléfono </a:t>
            </a:r>
            <a:r>
              <a:rPr lang="en-US" b="true" sz="24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*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43520" y="7013381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Dirección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43520" y="7865669"/>
            <a:ext cx="319961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Tipo de Cliente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909587" y="1596838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037200" y="1596838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73547" y="3338563"/>
            <a:ext cx="319961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Ingrese ID o nombre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740978" y="3236735"/>
            <a:ext cx="180439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Buscar Cliente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173161" y="7894175"/>
            <a:ext cx="258841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Seleccione Tipo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173161" y="4518347"/>
            <a:ext cx="258841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Ingrese nombre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73161" y="5320180"/>
            <a:ext cx="258841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Ingrese teléfono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173161" y="6266793"/>
            <a:ext cx="258841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Ingrese email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173161" y="7023369"/>
            <a:ext cx="258841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Ingrese direccion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919"/>
            <a:chOff x="0" y="0"/>
            <a:chExt cx="4816593" cy="2712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1254"/>
            </a:xfrm>
            <a:custGeom>
              <a:avLst/>
              <a:gdLst/>
              <a:ahLst/>
              <a:cxnLst/>
              <a:rect r="r" b="b" t="t" l="l"/>
              <a:pathLst>
                <a:path h="27125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1254"/>
                  </a:lnTo>
                  <a:lnTo>
                    <a:pt x="0" y="271254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28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43520" y="1669863"/>
            <a:ext cx="319961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Información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30455" y="1693358"/>
            <a:ext cx="153049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6754" y="1669863"/>
            <a:ext cx="190085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45836" y="1669863"/>
            <a:ext cx="153049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Resumen</a:t>
            </a:r>
          </a:p>
        </p:txBody>
      </p:sp>
      <p:sp>
        <p:nvSpPr>
          <p:cNvPr name="Freeform 9" id="9"/>
          <p:cNvSpPr/>
          <p:nvPr/>
        </p:nvSpPr>
        <p:spPr>
          <a:xfrm>
            <a:off x="843520" y="1561913"/>
            <a:ext cx="17050973" cy="810164"/>
          </a:xfrm>
          <a:custGeom>
            <a:avLst/>
            <a:gdLst/>
            <a:ahLst/>
            <a:cxnLst/>
            <a:rect r="r" b="b" t="t" l="l"/>
            <a:pathLst>
              <a:path h="810164" w="17050973">
                <a:moveTo>
                  <a:pt x="0" y="810163"/>
                </a:moveTo>
                <a:lnTo>
                  <a:pt x="5928600" y="810163"/>
                </a:lnTo>
                <a:cubicBezTo>
                  <a:pt x="5953862" y="810163"/>
                  <a:pt x="5978089" y="800128"/>
                  <a:pt x="5995952" y="782265"/>
                </a:cubicBezTo>
                <a:cubicBezTo>
                  <a:pt x="6013815" y="764402"/>
                  <a:pt x="6023850" y="740175"/>
                  <a:pt x="6023850" y="714913"/>
                </a:cubicBezTo>
                <a:lnTo>
                  <a:pt x="6023850" y="95250"/>
                </a:lnTo>
                <a:cubicBezTo>
                  <a:pt x="6023850" y="69988"/>
                  <a:pt x="6033885" y="45761"/>
                  <a:pt x="6051748" y="27898"/>
                </a:cubicBezTo>
                <a:cubicBezTo>
                  <a:pt x="6069611" y="10035"/>
                  <a:pt x="6093838" y="0"/>
                  <a:pt x="6119100" y="0"/>
                </a:cubicBezTo>
                <a:lnTo>
                  <a:pt x="8068717" y="0"/>
                </a:lnTo>
                <a:cubicBezTo>
                  <a:pt x="8093979" y="0"/>
                  <a:pt x="8118206" y="10035"/>
                  <a:pt x="8136068" y="27898"/>
                </a:cubicBezTo>
                <a:cubicBezTo>
                  <a:pt x="8153932" y="45761"/>
                  <a:pt x="8163967" y="69988"/>
                  <a:pt x="8163967" y="95250"/>
                </a:cubicBezTo>
                <a:lnTo>
                  <a:pt x="8163967" y="714913"/>
                </a:lnTo>
                <a:cubicBezTo>
                  <a:pt x="8163967" y="767518"/>
                  <a:pt x="8206611" y="810163"/>
                  <a:pt x="8259217" y="810163"/>
                </a:cubicBezTo>
                <a:lnTo>
                  <a:pt x="17050972" y="810163"/>
                </a:lnTo>
              </a:path>
            </a:pathLst>
          </a:custGeom>
          <a:ln cap="flat" w="19050">
            <a:solidFill>
              <a:srgbClr val="000000">
                <a:alpha val="12941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4043134" y="3203420"/>
            <a:ext cx="10785408" cy="648475"/>
            <a:chOff x="0" y="0"/>
            <a:chExt cx="2840601" cy="1707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0601" cy="170792"/>
            </a:xfrm>
            <a:custGeom>
              <a:avLst/>
              <a:gdLst/>
              <a:ahLst/>
              <a:cxnLst/>
              <a:rect r="r" b="b" t="t" l="l"/>
              <a:pathLst>
                <a:path h="170792" w="2840601">
                  <a:moveTo>
                    <a:pt x="5025" y="0"/>
                  </a:moveTo>
                  <a:lnTo>
                    <a:pt x="2835577" y="0"/>
                  </a:lnTo>
                  <a:cubicBezTo>
                    <a:pt x="2836909" y="0"/>
                    <a:pt x="2838187" y="529"/>
                    <a:pt x="2839130" y="1472"/>
                  </a:cubicBezTo>
                  <a:cubicBezTo>
                    <a:pt x="2840072" y="2414"/>
                    <a:pt x="2840601" y="3692"/>
                    <a:pt x="2840601" y="5025"/>
                  </a:cubicBezTo>
                  <a:lnTo>
                    <a:pt x="2840601" y="165767"/>
                  </a:lnTo>
                  <a:cubicBezTo>
                    <a:pt x="2840601" y="167100"/>
                    <a:pt x="2840072" y="168378"/>
                    <a:pt x="2839130" y="169320"/>
                  </a:cubicBezTo>
                  <a:cubicBezTo>
                    <a:pt x="2838187" y="170262"/>
                    <a:pt x="2836909" y="170792"/>
                    <a:pt x="2835577" y="170792"/>
                  </a:cubicBezTo>
                  <a:lnTo>
                    <a:pt x="5025" y="170792"/>
                  </a:lnTo>
                  <a:cubicBezTo>
                    <a:pt x="2250" y="170792"/>
                    <a:pt x="0" y="168542"/>
                    <a:pt x="0" y="165767"/>
                  </a:cubicBezTo>
                  <a:lnTo>
                    <a:pt x="0" y="5025"/>
                  </a:lnTo>
                  <a:cubicBezTo>
                    <a:pt x="0" y="2250"/>
                    <a:pt x="2250" y="0"/>
                    <a:pt x="502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840601" cy="227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270396" y="3500470"/>
            <a:ext cx="210751" cy="210751"/>
          </a:xfrm>
          <a:custGeom>
            <a:avLst/>
            <a:gdLst/>
            <a:ahLst/>
            <a:cxnLst/>
            <a:rect r="r" b="b" t="t" l="l"/>
            <a:pathLst>
              <a:path h="210751" w="210751">
                <a:moveTo>
                  <a:pt x="0" y="0"/>
                </a:moveTo>
                <a:lnTo>
                  <a:pt x="210751" y="0"/>
                </a:lnTo>
                <a:lnTo>
                  <a:pt x="210751" y="210750"/>
                </a:lnTo>
                <a:lnTo>
                  <a:pt x="0" y="21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634016" y="1475130"/>
            <a:ext cx="1694261" cy="619548"/>
            <a:chOff x="0" y="0"/>
            <a:chExt cx="446225" cy="163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690668" y="1475130"/>
            <a:ext cx="1694261" cy="619548"/>
            <a:chOff x="0" y="0"/>
            <a:chExt cx="446225" cy="1631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6358" y="4325233"/>
            <a:ext cx="3433938" cy="818267"/>
            <a:chOff x="0" y="0"/>
            <a:chExt cx="728188" cy="1735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8188" cy="173519"/>
            </a:xfrm>
            <a:custGeom>
              <a:avLst/>
              <a:gdLst/>
              <a:ahLst/>
              <a:cxnLst/>
              <a:rect r="r" b="b" t="t" l="l"/>
              <a:pathLst>
                <a:path h="173519" w="728188">
                  <a:moveTo>
                    <a:pt x="11273" y="0"/>
                  </a:moveTo>
                  <a:lnTo>
                    <a:pt x="716915" y="0"/>
                  </a:lnTo>
                  <a:cubicBezTo>
                    <a:pt x="719905" y="0"/>
                    <a:pt x="722772" y="1188"/>
                    <a:pt x="724886" y="3302"/>
                  </a:cubicBezTo>
                  <a:cubicBezTo>
                    <a:pt x="727000" y="5416"/>
                    <a:pt x="728188" y="8283"/>
                    <a:pt x="728188" y="11273"/>
                  </a:cubicBezTo>
                  <a:lnTo>
                    <a:pt x="728188" y="162246"/>
                  </a:lnTo>
                  <a:cubicBezTo>
                    <a:pt x="728188" y="165236"/>
                    <a:pt x="727000" y="168103"/>
                    <a:pt x="724886" y="170217"/>
                  </a:cubicBezTo>
                  <a:cubicBezTo>
                    <a:pt x="722772" y="172331"/>
                    <a:pt x="719905" y="173519"/>
                    <a:pt x="716915" y="173519"/>
                  </a:cubicBezTo>
                  <a:lnTo>
                    <a:pt x="11273" y="173519"/>
                  </a:lnTo>
                  <a:cubicBezTo>
                    <a:pt x="8283" y="173519"/>
                    <a:pt x="5416" y="172331"/>
                    <a:pt x="3302" y="170217"/>
                  </a:cubicBezTo>
                  <a:cubicBezTo>
                    <a:pt x="1188" y="168103"/>
                    <a:pt x="0" y="165236"/>
                    <a:pt x="0" y="162246"/>
                  </a:cubicBezTo>
                  <a:lnTo>
                    <a:pt x="0" y="11273"/>
                  </a:lnTo>
                  <a:cubicBezTo>
                    <a:pt x="0" y="8283"/>
                    <a:pt x="1188" y="5416"/>
                    <a:pt x="3302" y="3302"/>
                  </a:cubicBezTo>
                  <a:cubicBezTo>
                    <a:pt x="5416" y="1188"/>
                    <a:pt x="8283" y="0"/>
                    <a:pt x="11273" y="0"/>
                  </a:cubicBezTo>
                  <a:close/>
                </a:path>
              </a:pathLst>
            </a:custGeom>
            <a:solidFill>
              <a:srgbClr val="3F51B5">
                <a:alpha val="55686"/>
              </a:srgbClr>
            </a:solidFill>
            <a:ln w="9525" cap="sq">
              <a:solidFill>
                <a:srgbClr val="000000">
                  <a:alpha val="55686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28188" cy="23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6358" y="5437218"/>
            <a:ext cx="5534595" cy="686111"/>
            <a:chOff x="0" y="0"/>
            <a:chExt cx="1457671" cy="1807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57671" cy="180704"/>
            </a:xfrm>
            <a:custGeom>
              <a:avLst/>
              <a:gdLst/>
              <a:ahLst/>
              <a:cxnLst/>
              <a:rect r="r" b="b" t="t" l="l"/>
              <a:pathLst>
                <a:path h="180704" w="1457671">
                  <a:moveTo>
                    <a:pt x="0" y="0"/>
                  </a:moveTo>
                  <a:lnTo>
                    <a:pt x="1457671" y="0"/>
                  </a:lnTo>
                  <a:lnTo>
                    <a:pt x="1457671" y="180704"/>
                  </a:lnTo>
                  <a:lnTo>
                    <a:pt x="0" y="180704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457671" cy="237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347161" y="99034"/>
            <a:ext cx="7593678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Asignar Nuevo Evento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09587" y="1596838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037200" y="1596838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3156617"/>
            <a:ext cx="2488542" cy="59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Paquete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01498" y="3275997"/>
            <a:ext cx="369568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Seleccione Paquete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2738" y="4481109"/>
            <a:ext cx="2741178" cy="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Agregar Producto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3520" y="5411259"/>
            <a:ext cx="3316776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26358" y="6162001"/>
            <a:ext cx="5534595" cy="1105657"/>
            <a:chOff x="0" y="0"/>
            <a:chExt cx="1457671" cy="2912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57671" cy="291202"/>
            </a:xfrm>
            <a:custGeom>
              <a:avLst/>
              <a:gdLst/>
              <a:ahLst/>
              <a:cxnLst/>
              <a:rect r="r" b="b" t="t" l="l"/>
              <a:pathLst>
                <a:path h="291202" w="1457671">
                  <a:moveTo>
                    <a:pt x="1399" y="0"/>
                  </a:moveTo>
                  <a:lnTo>
                    <a:pt x="1456272" y="0"/>
                  </a:lnTo>
                  <a:cubicBezTo>
                    <a:pt x="1456643" y="0"/>
                    <a:pt x="1456999" y="147"/>
                    <a:pt x="1457262" y="410"/>
                  </a:cubicBezTo>
                  <a:cubicBezTo>
                    <a:pt x="1457524" y="672"/>
                    <a:pt x="1457671" y="1028"/>
                    <a:pt x="1457671" y="1399"/>
                  </a:cubicBezTo>
                  <a:lnTo>
                    <a:pt x="1457671" y="289803"/>
                  </a:lnTo>
                  <a:cubicBezTo>
                    <a:pt x="1457671" y="290174"/>
                    <a:pt x="1457524" y="290530"/>
                    <a:pt x="1457262" y="290792"/>
                  </a:cubicBezTo>
                  <a:cubicBezTo>
                    <a:pt x="1456999" y="291055"/>
                    <a:pt x="1456643" y="291202"/>
                    <a:pt x="1456272" y="291202"/>
                  </a:cubicBezTo>
                  <a:lnTo>
                    <a:pt x="1399" y="291202"/>
                  </a:lnTo>
                  <a:cubicBezTo>
                    <a:pt x="1028" y="291202"/>
                    <a:pt x="672" y="291055"/>
                    <a:pt x="410" y="290792"/>
                  </a:cubicBezTo>
                  <a:cubicBezTo>
                    <a:pt x="147" y="290530"/>
                    <a:pt x="0" y="290174"/>
                    <a:pt x="0" y="289803"/>
                  </a:cubicBezTo>
                  <a:lnTo>
                    <a:pt x="0" y="1399"/>
                  </a:lnTo>
                  <a:cubicBezTo>
                    <a:pt x="0" y="1028"/>
                    <a:pt x="147" y="672"/>
                    <a:pt x="410" y="410"/>
                  </a:cubicBezTo>
                  <a:cubicBezTo>
                    <a:pt x="672" y="147"/>
                    <a:pt x="1028" y="0"/>
                    <a:pt x="139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457671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02101" y="6443050"/>
            <a:ext cx="3199615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DJ Profesional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02101" y="7543884"/>
            <a:ext cx="4445060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de iluminacion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26358" y="7228101"/>
            <a:ext cx="5534595" cy="1105657"/>
            <a:chOff x="0" y="0"/>
            <a:chExt cx="1457671" cy="2912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57671" cy="291202"/>
            </a:xfrm>
            <a:custGeom>
              <a:avLst/>
              <a:gdLst/>
              <a:ahLst/>
              <a:cxnLst/>
              <a:rect r="r" b="b" t="t" l="l"/>
              <a:pathLst>
                <a:path h="291202" w="1457671">
                  <a:moveTo>
                    <a:pt x="1399" y="0"/>
                  </a:moveTo>
                  <a:lnTo>
                    <a:pt x="1456272" y="0"/>
                  </a:lnTo>
                  <a:cubicBezTo>
                    <a:pt x="1456643" y="0"/>
                    <a:pt x="1456999" y="147"/>
                    <a:pt x="1457262" y="410"/>
                  </a:cubicBezTo>
                  <a:cubicBezTo>
                    <a:pt x="1457524" y="672"/>
                    <a:pt x="1457671" y="1028"/>
                    <a:pt x="1457671" y="1399"/>
                  </a:cubicBezTo>
                  <a:lnTo>
                    <a:pt x="1457671" y="289803"/>
                  </a:lnTo>
                  <a:cubicBezTo>
                    <a:pt x="1457671" y="290174"/>
                    <a:pt x="1457524" y="290530"/>
                    <a:pt x="1457262" y="290792"/>
                  </a:cubicBezTo>
                  <a:cubicBezTo>
                    <a:pt x="1456999" y="291055"/>
                    <a:pt x="1456643" y="291202"/>
                    <a:pt x="1456272" y="291202"/>
                  </a:cubicBezTo>
                  <a:lnTo>
                    <a:pt x="1399" y="291202"/>
                  </a:lnTo>
                  <a:cubicBezTo>
                    <a:pt x="1028" y="291202"/>
                    <a:pt x="672" y="291055"/>
                    <a:pt x="410" y="290792"/>
                  </a:cubicBezTo>
                  <a:cubicBezTo>
                    <a:pt x="147" y="290530"/>
                    <a:pt x="0" y="290174"/>
                    <a:pt x="0" y="289803"/>
                  </a:cubicBezTo>
                  <a:lnTo>
                    <a:pt x="0" y="1399"/>
                  </a:lnTo>
                  <a:cubicBezTo>
                    <a:pt x="0" y="1028"/>
                    <a:pt x="147" y="672"/>
                    <a:pt x="410" y="410"/>
                  </a:cubicBezTo>
                  <a:cubicBezTo>
                    <a:pt x="672" y="147"/>
                    <a:pt x="1028" y="0"/>
                    <a:pt x="139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457671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260954" y="5437218"/>
            <a:ext cx="3174885" cy="686111"/>
            <a:chOff x="0" y="0"/>
            <a:chExt cx="836184" cy="1807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36184" cy="180704"/>
            </a:xfrm>
            <a:custGeom>
              <a:avLst/>
              <a:gdLst/>
              <a:ahLst/>
              <a:cxnLst/>
              <a:rect r="r" b="b" t="t" l="l"/>
              <a:pathLst>
                <a:path h="180704" w="836184">
                  <a:moveTo>
                    <a:pt x="0" y="0"/>
                  </a:moveTo>
                  <a:lnTo>
                    <a:pt x="836184" y="0"/>
                  </a:lnTo>
                  <a:lnTo>
                    <a:pt x="836184" y="180704"/>
                  </a:lnTo>
                  <a:lnTo>
                    <a:pt x="0" y="180704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36184" cy="237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328163" y="5411259"/>
            <a:ext cx="2199772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Cantidad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260954" y="6162001"/>
            <a:ext cx="3174885" cy="1105657"/>
            <a:chOff x="0" y="0"/>
            <a:chExt cx="836184" cy="29120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36184" cy="291202"/>
            </a:xfrm>
            <a:custGeom>
              <a:avLst/>
              <a:gdLst/>
              <a:ahLst/>
              <a:cxnLst/>
              <a:rect r="r" b="b" t="t" l="l"/>
              <a:pathLst>
                <a:path h="291202" w="836184">
                  <a:moveTo>
                    <a:pt x="2438" y="0"/>
                  </a:moveTo>
                  <a:lnTo>
                    <a:pt x="833745" y="0"/>
                  </a:lnTo>
                  <a:cubicBezTo>
                    <a:pt x="834392" y="0"/>
                    <a:pt x="835012" y="257"/>
                    <a:pt x="835469" y="714"/>
                  </a:cubicBezTo>
                  <a:cubicBezTo>
                    <a:pt x="835927" y="1172"/>
                    <a:pt x="836184" y="1792"/>
                    <a:pt x="836184" y="2438"/>
                  </a:cubicBezTo>
                  <a:lnTo>
                    <a:pt x="836184" y="288763"/>
                  </a:lnTo>
                  <a:cubicBezTo>
                    <a:pt x="836184" y="289410"/>
                    <a:pt x="835927" y="290030"/>
                    <a:pt x="835469" y="290488"/>
                  </a:cubicBezTo>
                  <a:cubicBezTo>
                    <a:pt x="835012" y="290945"/>
                    <a:pt x="834392" y="291202"/>
                    <a:pt x="833745" y="291202"/>
                  </a:cubicBezTo>
                  <a:lnTo>
                    <a:pt x="2438" y="291202"/>
                  </a:lnTo>
                  <a:cubicBezTo>
                    <a:pt x="1792" y="291202"/>
                    <a:pt x="1172" y="290945"/>
                    <a:pt x="714" y="290488"/>
                  </a:cubicBezTo>
                  <a:cubicBezTo>
                    <a:pt x="257" y="290030"/>
                    <a:pt x="0" y="289410"/>
                    <a:pt x="0" y="288763"/>
                  </a:cubicBezTo>
                  <a:lnTo>
                    <a:pt x="0" y="2438"/>
                  </a:lnTo>
                  <a:cubicBezTo>
                    <a:pt x="0" y="1792"/>
                    <a:pt x="257" y="1172"/>
                    <a:pt x="714" y="714"/>
                  </a:cubicBezTo>
                  <a:cubicBezTo>
                    <a:pt x="1172" y="257"/>
                    <a:pt x="1792" y="0"/>
                    <a:pt x="243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836184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6361767" y="6443050"/>
            <a:ext cx="1835438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260954" y="7228101"/>
            <a:ext cx="3174885" cy="1105657"/>
            <a:chOff x="0" y="0"/>
            <a:chExt cx="836184" cy="2912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36184" cy="291202"/>
            </a:xfrm>
            <a:custGeom>
              <a:avLst/>
              <a:gdLst/>
              <a:ahLst/>
              <a:cxnLst/>
              <a:rect r="r" b="b" t="t" l="l"/>
              <a:pathLst>
                <a:path h="291202" w="836184">
                  <a:moveTo>
                    <a:pt x="2438" y="0"/>
                  </a:moveTo>
                  <a:lnTo>
                    <a:pt x="833745" y="0"/>
                  </a:lnTo>
                  <a:cubicBezTo>
                    <a:pt x="834392" y="0"/>
                    <a:pt x="835012" y="257"/>
                    <a:pt x="835469" y="714"/>
                  </a:cubicBezTo>
                  <a:cubicBezTo>
                    <a:pt x="835927" y="1172"/>
                    <a:pt x="836184" y="1792"/>
                    <a:pt x="836184" y="2438"/>
                  </a:cubicBezTo>
                  <a:lnTo>
                    <a:pt x="836184" y="288763"/>
                  </a:lnTo>
                  <a:cubicBezTo>
                    <a:pt x="836184" y="289410"/>
                    <a:pt x="835927" y="290030"/>
                    <a:pt x="835469" y="290488"/>
                  </a:cubicBezTo>
                  <a:cubicBezTo>
                    <a:pt x="835012" y="290945"/>
                    <a:pt x="834392" y="291202"/>
                    <a:pt x="833745" y="291202"/>
                  </a:cubicBezTo>
                  <a:lnTo>
                    <a:pt x="2438" y="291202"/>
                  </a:lnTo>
                  <a:cubicBezTo>
                    <a:pt x="1792" y="291202"/>
                    <a:pt x="1172" y="290945"/>
                    <a:pt x="714" y="290488"/>
                  </a:cubicBezTo>
                  <a:cubicBezTo>
                    <a:pt x="257" y="290030"/>
                    <a:pt x="0" y="289410"/>
                    <a:pt x="0" y="288763"/>
                  </a:cubicBezTo>
                  <a:lnTo>
                    <a:pt x="0" y="2438"/>
                  </a:lnTo>
                  <a:cubicBezTo>
                    <a:pt x="0" y="1792"/>
                    <a:pt x="257" y="1172"/>
                    <a:pt x="714" y="714"/>
                  </a:cubicBezTo>
                  <a:cubicBezTo>
                    <a:pt x="1172" y="257"/>
                    <a:pt x="1792" y="0"/>
                    <a:pt x="243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836184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361767" y="7543884"/>
            <a:ext cx="2549880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435838" y="5437218"/>
            <a:ext cx="2283512" cy="686111"/>
            <a:chOff x="0" y="0"/>
            <a:chExt cx="601419" cy="1807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01419" cy="180704"/>
            </a:xfrm>
            <a:custGeom>
              <a:avLst/>
              <a:gdLst/>
              <a:ahLst/>
              <a:cxnLst/>
              <a:rect r="r" b="b" t="t" l="l"/>
              <a:pathLst>
                <a:path h="180704" w="601419">
                  <a:moveTo>
                    <a:pt x="0" y="0"/>
                  </a:moveTo>
                  <a:lnTo>
                    <a:pt x="601419" y="0"/>
                  </a:lnTo>
                  <a:lnTo>
                    <a:pt x="601419" y="180704"/>
                  </a:lnTo>
                  <a:lnTo>
                    <a:pt x="0" y="180704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601419" cy="237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484178" y="5411259"/>
            <a:ext cx="1582169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Precio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435838" y="6162001"/>
            <a:ext cx="2283512" cy="1105657"/>
            <a:chOff x="0" y="0"/>
            <a:chExt cx="601419" cy="29120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01419" cy="291202"/>
            </a:xfrm>
            <a:custGeom>
              <a:avLst/>
              <a:gdLst/>
              <a:ahLst/>
              <a:cxnLst/>
              <a:rect r="r" b="b" t="t" l="l"/>
              <a:pathLst>
                <a:path h="291202" w="601419">
                  <a:moveTo>
                    <a:pt x="3390" y="0"/>
                  </a:moveTo>
                  <a:lnTo>
                    <a:pt x="598028" y="0"/>
                  </a:lnTo>
                  <a:cubicBezTo>
                    <a:pt x="599901" y="0"/>
                    <a:pt x="601419" y="1518"/>
                    <a:pt x="601419" y="3390"/>
                  </a:cubicBezTo>
                  <a:lnTo>
                    <a:pt x="601419" y="287812"/>
                  </a:lnTo>
                  <a:cubicBezTo>
                    <a:pt x="601419" y="289684"/>
                    <a:pt x="599901" y="291202"/>
                    <a:pt x="598028" y="291202"/>
                  </a:cubicBezTo>
                  <a:lnTo>
                    <a:pt x="3390" y="291202"/>
                  </a:lnTo>
                  <a:cubicBezTo>
                    <a:pt x="1518" y="291202"/>
                    <a:pt x="0" y="289684"/>
                    <a:pt x="0" y="287812"/>
                  </a:cubicBezTo>
                  <a:lnTo>
                    <a:pt x="0" y="3390"/>
                  </a:lnTo>
                  <a:cubicBezTo>
                    <a:pt x="0" y="1518"/>
                    <a:pt x="1518" y="0"/>
                    <a:pt x="33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601419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536652" y="6443050"/>
            <a:ext cx="1835438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$2,500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435838" y="7228101"/>
            <a:ext cx="2283512" cy="1105657"/>
            <a:chOff x="0" y="0"/>
            <a:chExt cx="601419" cy="29120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1419" cy="291202"/>
            </a:xfrm>
            <a:custGeom>
              <a:avLst/>
              <a:gdLst/>
              <a:ahLst/>
              <a:cxnLst/>
              <a:rect r="r" b="b" t="t" l="l"/>
              <a:pathLst>
                <a:path h="291202" w="601419">
                  <a:moveTo>
                    <a:pt x="3390" y="0"/>
                  </a:moveTo>
                  <a:lnTo>
                    <a:pt x="598028" y="0"/>
                  </a:lnTo>
                  <a:cubicBezTo>
                    <a:pt x="599901" y="0"/>
                    <a:pt x="601419" y="1518"/>
                    <a:pt x="601419" y="3390"/>
                  </a:cubicBezTo>
                  <a:lnTo>
                    <a:pt x="601419" y="287812"/>
                  </a:lnTo>
                  <a:cubicBezTo>
                    <a:pt x="601419" y="289684"/>
                    <a:pt x="599901" y="291202"/>
                    <a:pt x="598028" y="291202"/>
                  </a:cubicBezTo>
                  <a:lnTo>
                    <a:pt x="3390" y="291202"/>
                  </a:lnTo>
                  <a:cubicBezTo>
                    <a:pt x="1518" y="291202"/>
                    <a:pt x="0" y="289684"/>
                    <a:pt x="0" y="287812"/>
                  </a:cubicBezTo>
                  <a:lnTo>
                    <a:pt x="0" y="3390"/>
                  </a:lnTo>
                  <a:cubicBezTo>
                    <a:pt x="0" y="1518"/>
                    <a:pt x="1518" y="0"/>
                    <a:pt x="33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601419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508348" y="7543884"/>
            <a:ext cx="1833982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$2,00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1719350" y="5437218"/>
            <a:ext cx="2283512" cy="686111"/>
            <a:chOff x="0" y="0"/>
            <a:chExt cx="601419" cy="18070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1419" cy="180704"/>
            </a:xfrm>
            <a:custGeom>
              <a:avLst/>
              <a:gdLst/>
              <a:ahLst/>
              <a:cxnLst/>
              <a:rect r="r" b="b" t="t" l="l"/>
              <a:pathLst>
                <a:path h="180704" w="601419">
                  <a:moveTo>
                    <a:pt x="0" y="0"/>
                  </a:moveTo>
                  <a:lnTo>
                    <a:pt x="601419" y="0"/>
                  </a:lnTo>
                  <a:lnTo>
                    <a:pt x="601419" y="180704"/>
                  </a:lnTo>
                  <a:lnTo>
                    <a:pt x="0" y="180704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601419" cy="237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1767690" y="5411259"/>
            <a:ext cx="2141897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Subtotal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1719350" y="6162001"/>
            <a:ext cx="2283512" cy="1105657"/>
            <a:chOff x="0" y="0"/>
            <a:chExt cx="601419" cy="29120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1419" cy="291202"/>
            </a:xfrm>
            <a:custGeom>
              <a:avLst/>
              <a:gdLst/>
              <a:ahLst/>
              <a:cxnLst/>
              <a:rect r="r" b="b" t="t" l="l"/>
              <a:pathLst>
                <a:path h="291202" w="601419">
                  <a:moveTo>
                    <a:pt x="3390" y="0"/>
                  </a:moveTo>
                  <a:lnTo>
                    <a:pt x="598028" y="0"/>
                  </a:lnTo>
                  <a:cubicBezTo>
                    <a:pt x="599901" y="0"/>
                    <a:pt x="601419" y="1518"/>
                    <a:pt x="601419" y="3390"/>
                  </a:cubicBezTo>
                  <a:lnTo>
                    <a:pt x="601419" y="287812"/>
                  </a:lnTo>
                  <a:cubicBezTo>
                    <a:pt x="601419" y="289684"/>
                    <a:pt x="599901" y="291202"/>
                    <a:pt x="598028" y="291202"/>
                  </a:cubicBezTo>
                  <a:lnTo>
                    <a:pt x="3390" y="291202"/>
                  </a:lnTo>
                  <a:cubicBezTo>
                    <a:pt x="1518" y="291202"/>
                    <a:pt x="0" y="289684"/>
                    <a:pt x="0" y="287812"/>
                  </a:cubicBezTo>
                  <a:lnTo>
                    <a:pt x="0" y="3390"/>
                  </a:lnTo>
                  <a:cubicBezTo>
                    <a:pt x="0" y="1518"/>
                    <a:pt x="1518" y="0"/>
                    <a:pt x="33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601419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1820164" y="6443050"/>
            <a:ext cx="1835438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$2,500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1719350" y="7228101"/>
            <a:ext cx="2283512" cy="1105657"/>
            <a:chOff x="0" y="0"/>
            <a:chExt cx="601419" cy="29120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01419" cy="291202"/>
            </a:xfrm>
            <a:custGeom>
              <a:avLst/>
              <a:gdLst/>
              <a:ahLst/>
              <a:cxnLst/>
              <a:rect r="r" b="b" t="t" l="l"/>
              <a:pathLst>
                <a:path h="291202" w="601419">
                  <a:moveTo>
                    <a:pt x="3390" y="0"/>
                  </a:moveTo>
                  <a:lnTo>
                    <a:pt x="598028" y="0"/>
                  </a:lnTo>
                  <a:cubicBezTo>
                    <a:pt x="599901" y="0"/>
                    <a:pt x="601419" y="1518"/>
                    <a:pt x="601419" y="3390"/>
                  </a:cubicBezTo>
                  <a:lnTo>
                    <a:pt x="601419" y="287812"/>
                  </a:lnTo>
                  <a:cubicBezTo>
                    <a:pt x="601419" y="289684"/>
                    <a:pt x="599901" y="291202"/>
                    <a:pt x="598028" y="291202"/>
                  </a:cubicBezTo>
                  <a:lnTo>
                    <a:pt x="3390" y="291202"/>
                  </a:lnTo>
                  <a:cubicBezTo>
                    <a:pt x="1518" y="291202"/>
                    <a:pt x="0" y="289684"/>
                    <a:pt x="0" y="287812"/>
                  </a:cubicBezTo>
                  <a:lnTo>
                    <a:pt x="0" y="3390"/>
                  </a:lnTo>
                  <a:cubicBezTo>
                    <a:pt x="0" y="1518"/>
                    <a:pt x="1518" y="0"/>
                    <a:pt x="33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601419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1791860" y="7543884"/>
            <a:ext cx="1833982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$2,00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4002862" y="5437218"/>
            <a:ext cx="2283512" cy="686111"/>
            <a:chOff x="0" y="0"/>
            <a:chExt cx="601419" cy="18070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01419" cy="180704"/>
            </a:xfrm>
            <a:custGeom>
              <a:avLst/>
              <a:gdLst/>
              <a:ahLst/>
              <a:cxnLst/>
              <a:rect r="r" b="b" t="t" l="l"/>
              <a:pathLst>
                <a:path h="180704" w="601419">
                  <a:moveTo>
                    <a:pt x="0" y="0"/>
                  </a:moveTo>
                  <a:lnTo>
                    <a:pt x="601419" y="0"/>
                  </a:lnTo>
                  <a:lnTo>
                    <a:pt x="601419" y="180704"/>
                  </a:lnTo>
                  <a:lnTo>
                    <a:pt x="0" y="180704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601419" cy="237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4051202" y="5411259"/>
            <a:ext cx="2141897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Acciones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4002862" y="6162001"/>
            <a:ext cx="2283512" cy="1105657"/>
            <a:chOff x="0" y="0"/>
            <a:chExt cx="601419" cy="29120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01419" cy="291202"/>
            </a:xfrm>
            <a:custGeom>
              <a:avLst/>
              <a:gdLst/>
              <a:ahLst/>
              <a:cxnLst/>
              <a:rect r="r" b="b" t="t" l="l"/>
              <a:pathLst>
                <a:path h="291202" w="601419">
                  <a:moveTo>
                    <a:pt x="3390" y="0"/>
                  </a:moveTo>
                  <a:lnTo>
                    <a:pt x="598028" y="0"/>
                  </a:lnTo>
                  <a:cubicBezTo>
                    <a:pt x="599901" y="0"/>
                    <a:pt x="601419" y="1518"/>
                    <a:pt x="601419" y="3390"/>
                  </a:cubicBezTo>
                  <a:lnTo>
                    <a:pt x="601419" y="287812"/>
                  </a:lnTo>
                  <a:cubicBezTo>
                    <a:pt x="601419" y="289684"/>
                    <a:pt x="599901" y="291202"/>
                    <a:pt x="598028" y="291202"/>
                  </a:cubicBezTo>
                  <a:lnTo>
                    <a:pt x="3390" y="291202"/>
                  </a:lnTo>
                  <a:cubicBezTo>
                    <a:pt x="1518" y="291202"/>
                    <a:pt x="0" y="289684"/>
                    <a:pt x="0" y="287812"/>
                  </a:cubicBezTo>
                  <a:lnTo>
                    <a:pt x="0" y="3390"/>
                  </a:lnTo>
                  <a:cubicBezTo>
                    <a:pt x="0" y="1518"/>
                    <a:pt x="1518" y="0"/>
                    <a:pt x="33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601419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002862" y="7228101"/>
            <a:ext cx="2283512" cy="1105657"/>
            <a:chOff x="0" y="0"/>
            <a:chExt cx="601419" cy="29120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1419" cy="291202"/>
            </a:xfrm>
            <a:custGeom>
              <a:avLst/>
              <a:gdLst/>
              <a:ahLst/>
              <a:cxnLst/>
              <a:rect r="r" b="b" t="t" l="l"/>
              <a:pathLst>
                <a:path h="291202" w="601419">
                  <a:moveTo>
                    <a:pt x="3390" y="0"/>
                  </a:moveTo>
                  <a:lnTo>
                    <a:pt x="598028" y="0"/>
                  </a:lnTo>
                  <a:cubicBezTo>
                    <a:pt x="599901" y="0"/>
                    <a:pt x="601419" y="1518"/>
                    <a:pt x="601419" y="3390"/>
                  </a:cubicBezTo>
                  <a:lnTo>
                    <a:pt x="601419" y="287812"/>
                  </a:lnTo>
                  <a:cubicBezTo>
                    <a:pt x="601419" y="289684"/>
                    <a:pt x="599901" y="291202"/>
                    <a:pt x="598028" y="291202"/>
                  </a:cubicBezTo>
                  <a:lnTo>
                    <a:pt x="3390" y="291202"/>
                  </a:lnTo>
                  <a:cubicBezTo>
                    <a:pt x="1518" y="291202"/>
                    <a:pt x="0" y="289684"/>
                    <a:pt x="0" y="287812"/>
                  </a:cubicBezTo>
                  <a:lnTo>
                    <a:pt x="0" y="3390"/>
                  </a:lnTo>
                  <a:cubicBezTo>
                    <a:pt x="0" y="1518"/>
                    <a:pt x="1518" y="0"/>
                    <a:pt x="33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601419" cy="34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270396" y="6405056"/>
            <a:ext cx="1694261" cy="619548"/>
            <a:chOff x="0" y="0"/>
            <a:chExt cx="446225" cy="16317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4602938" y="6526764"/>
            <a:ext cx="1029176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Eliminar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4270396" y="7471155"/>
            <a:ext cx="1694261" cy="619548"/>
            <a:chOff x="0" y="0"/>
            <a:chExt cx="446225" cy="16317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4602938" y="7592864"/>
            <a:ext cx="1029176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Eliminar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3658163" y="8467108"/>
            <a:ext cx="3380234" cy="137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Subtotal: $4,500.00</a:t>
            </a: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IVA (16%): $720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Total: $5,220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919"/>
            <a:chOff x="0" y="0"/>
            <a:chExt cx="4816593" cy="2712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1254"/>
            </a:xfrm>
            <a:custGeom>
              <a:avLst/>
              <a:gdLst/>
              <a:ahLst/>
              <a:cxnLst/>
              <a:rect r="r" b="b" t="t" l="l"/>
              <a:pathLst>
                <a:path h="27125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1254"/>
                  </a:lnTo>
                  <a:lnTo>
                    <a:pt x="0" y="271254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28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43520" y="1669863"/>
            <a:ext cx="319961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Información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30455" y="1693358"/>
            <a:ext cx="153049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6754" y="1669863"/>
            <a:ext cx="190085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45836" y="1669863"/>
            <a:ext cx="153049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Resumen</a:t>
            </a:r>
          </a:p>
        </p:txBody>
      </p:sp>
      <p:sp>
        <p:nvSpPr>
          <p:cNvPr name="Freeform 9" id="9"/>
          <p:cNvSpPr/>
          <p:nvPr/>
        </p:nvSpPr>
        <p:spPr>
          <a:xfrm>
            <a:off x="843520" y="1561913"/>
            <a:ext cx="17050973" cy="810164"/>
          </a:xfrm>
          <a:custGeom>
            <a:avLst/>
            <a:gdLst/>
            <a:ahLst/>
            <a:cxnLst/>
            <a:rect r="r" b="b" t="t" l="l"/>
            <a:pathLst>
              <a:path h="810164" w="17050973">
                <a:moveTo>
                  <a:pt x="0" y="810163"/>
                </a:moveTo>
                <a:lnTo>
                  <a:pt x="8467662" y="810163"/>
                </a:lnTo>
                <a:cubicBezTo>
                  <a:pt x="8492924" y="810163"/>
                  <a:pt x="8517151" y="800128"/>
                  <a:pt x="8535014" y="782265"/>
                </a:cubicBezTo>
                <a:cubicBezTo>
                  <a:pt x="8552877" y="764402"/>
                  <a:pt x="8562912" y="740175"/>
                  <a:pt x="8562912" y="714913"/>
                </a:cubicBezTo>
                <a:lnTo>
                  <a:pt x="8562912" y="95250"/>
                </a:lnTo>
                <a:cubicBezTo>
                  <a:pt x="8562912" y="69988"/>
                  <a:pt x="8572947" y="45761"/>
                  <a:pt x="8590810" y="27898"/>
                </a:cubicBezTo>
                <a:cubicBezTo>
                  <a:pt x="8608673" y="10035"/>
                  <a:pt x="8632900" y="0"/>
                  <a:pt x="8658162" y="0"/>
                </a:cubicBezTo>
                <a:lnTo>
                  <a:pt x="10688813" y="0"/>
                </a:lnTo>
                <a:cubicBezTo>
                  <a:pt x="10741418" y="0"/>
                  <a:pt x="10784063" y="42644"/>
                  <a:pt x="10784063" y="95250"/>
                </a:cubicBezTo>
                <a:lnTo>
                  <a:pt x="10784063" y="714913"/>
                </a:lnTo>
                <a:cubicBezTo>
                  <a:pt x="10784063" y="767518"/>
                  <a:pt x="10826707" y="810163"/>
                  <a:pt x="10879313" y="810163"/>
                </a:cubicBezTo>
                <a:lnTo>
                  <a:pt x="17050972" y="810163"/>
                </a:lnTo>
              </a:path>
            </a:pathLst>
          </a:custGeom>
          <a:ln cap="flat" w="19050">
            <a:solidFill>
              <a:srgbClr val="000000">
                <a:alpha val="1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43520" y="4321489"/>
            <a:ext cx="6066597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ID: 3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Fecha: 19/05/2025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Horario: 18:00 - 23:00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Tipo: Cumpleaños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Ubicación: SISFUN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Estado:  Pendiente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7161" y="99034"/>
            <a:ext cx="7593678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Asignar Nuevo Evento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0157" y="2991201"/>
            <a:ext cx="4467004" cy="59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Resumen del Evento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3520" y="3824767"/>
            <a:ext cx="385029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Información General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3520" y="7576651"/>
            <a:ext cx="6066597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Nombre: Juan Pérez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Telefono: 8125693387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Email: juan@gmail.com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43520" y="7079929"/>
            <a:ext cx="385029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0954" y="4321489"/>
            <a:ext cx="6066597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 Estandar - $12,000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Dj Profesional -$2,500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de iluminación -  $2,000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260954" y="3824767"/>
            <a:ext cx="385029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Productos / Servicio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15749" y="7060879"/>
            <a:ext cx="3845045" cy="1690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6"/>
              </a:lnSpc>
            </a:pPr>
            <a:r>
              <a:rPr lang="en-US" sz="320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Subtotal: $16,500</a:t>
            </a:r>
          </a:p>
          <a:p>
            <a:pPr algn="l">
              <a:lnSpc>
                <a:spcPts val="4486"/>
              </a:lnSpc>
            </a:pPr>
            <a:r>
              <a:rPr lang="en-US" sz="320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IVA (16%): $2,640</a:t>
            </a:r>
          </a:p>
          <a:p>
            <a:pPr algn="l">
              <a:lnSpc>
                <a:spcPts val="4486"/>
              </a:lnSpc>
              <a:spcBef>
                <a:spcPct val="0"/>
              </a:spcBef>
            </a:pPr>
            <a:r>
              <a:rPr lang="en-US" b="true" sz="3204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Total: $19,140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309881" y="8948526"/>
            <a:ext cx="1694261" cy="619548"/>
            <a:chOff x="0" y="0"/>
            <a:chExt cx="446225" cy="1631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366533" y="8948526"/>
            <a:ext cx="1694261" cy="619548"/>
            <a:chOff x="0" y="0"/>
            <a:chExt cx="446225" cy="1631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585452" y="9070234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713065" y="9070234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22035" y="3076591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06005" y="3815274"/>
            <a:ext cx="496297" cy="496297"/>
          </a:xfrm>
          <a:custGeom>
            <a:avLst/>
            <a:gdLst/>
            <a:ahLst/>
            <a:cxnLst/>
            <a:rect r="r" b="b" t="t" l="l"/>
            <a:pathLst>
              <a:path h="496297" w="496297">
                <a:moveTo>
                  <a:pt x="0" y="0"/>
                </a:moveTo>
                <a:lnTo>
                  <a:pt x="496297" y="0"/>
                </a:lnTo>
                <a:lnTo>
                  <a:pt x="496297" y="496297"/>
                </a:lnTo>
                <a:lnTo>
                  <a:pt x="0" y="496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3917037" y="1196809"/>
            <a:ext cx="13266269" cy="1768838"/>
            <a:chOff x="0" y="0"/>
            <a:chExt cx="3493997" cy="4658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93997" cy="465867"/>
            </a:xfrm>
            <a:custGeom>
              <a:avLst/>
              <a:gdLst/>
              <a:ahLst/>
              <a:cxnLst/>
              <a:rect r="r" b="b" t="t" l="l"/>
              <a:pathLst>
                <a:path h="465867" w="3493997">
                  <a:moveTo>
                    <a:pt x="15173" y="0"/>
                  </a:moveTo>
                  <a:lnTo>
                    <a:pt x="3478824" y="0"/>
                  </a:lnTo>
                  <a:cubicBezTo>
                    <a:pt x="3482848" y="0"/>
                    <a:pt x="3486707" y="1599"/>
                    <a:pt x="3489553" y="4444"/>
                  </a:cubicBezTo>
                  <a:cubicBezTo>
                    <a:pt x="3492398" y="7290"/>
                    <a:pt x="3493997" y="11149"/>
                    <a:pt x="3493997" y="15173"/>
                  </a:cubicBezTo>
                  <a:lnTo>
                    <a:pt x="3493997" y="450694"/>
                  </a:lnTo>
                  <a:cubicBezTo>
                    <a:pt x="3493997" y="454718"/>
                    <a:pt x="3492398" y="458577"/>
                    <a:pt x="3489553" y="461423"/>
                  </a:cubicBezTo>
                  <a:cubicBezTo>
                    <a:pt x="3486707" y="464268"/>
                    <a:pt x="3482848" y="465867"/>
                    <a:pt x="3478824" y="465867"/>
                  </a:cubicBezTo>
                  <a:lnTo>
                    <a:pt x="15173" y="465867"/>
                  </a:lnTo>
                  <a:cubicBezTo>
                    <a:pt x="11149" y="465867"/>
                    <a:pt x="7290" y="464268"/>
                    <a:pt x="4444" y="461423"/>
                  </a:cubicBezTo>
                  <a:cubicBezTo>
                    <a:pt x="1599" y="458577"/>
                    <a:pt x="0" y="454718"/>
                    <a:pt x="0" y="450694"/>
                  </a:cubicBezTo>
                  <a:lnTo>
                    <a:pt x="0" y="15173"/>
                  </a:lnTo>
                  <a:cubicBezTo>
                    <a:pt x="0" y="11149"/>
                    <a:pt x="1599" y="7290"/>
                    <a:pt x="4444" y="4444"/>
                  </a:cubicBezTo>
                  <a:cubicBezTo>
                    <a:pt x="7290" y="1599"/>
                    <a:pt x="11149" y="0"/>
                    <a:pt x="15173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493997" cy="52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829272" y="3260921"/>
            <a:ext cx="13430028" cy="2309129"/>
            <a:chOff x="0" y="0"/>
            <a:chExt cx="3537127" cy="6081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37127" cy="608166"/>
            </a:xfrm>
            <a:custGeom>
              <a:avLst/>
              <a:gdLst/>
              <a:ahLst/>
              <a:cxnLst/>
              <a:rect r="r" b="b" t="t" l="l"/>
              <a:pathLst>
                <a:path h="608166" w="3537127">
                  <a:moveTo>
                    <a:pt x="14988" y="0"/>
                  </a:moveTo>
                  <a:lnTo>
                    <a:pt x="3522139" y="0"/>
                  </a:lnTo>
                  <a:cubicBezTo>
                    <a:pt x="3530416" y="0"/>
                    <a:pt x="3537127" y="6710"/>
                    <a:pt x="3537127" y="14988"/>
                  </a:cubicBezTo>
                  <a:lnTo>
                    <a:pt x="3537127" y="593178"/>
                  </a:lnTo>
                  <a:cubicBezTo>
                    <a:pt x="3537127" y="601455"/>
                    <a:pt x="3530416" y="608166"/>
                    <a:pt x="3522139" y="608166"/>
                  </a:cubicBezTo>
                  <a:lnTo>
                    <a:pt x="14988" y="608166"/>
                  </a:lnTo>
                  <a:cubicBezTo>
                    <a:pt x="6710" y="608166"/>
                    <a:pt x="0" y="601455"/>
                    <a:pt x="0" y="593178"/>
                  </a:cubicBezTo>
                  <a:lnTo>
                    <a:pt x="0" y="14988"/>
                  </a:lnTo>
                  <a:cubicBezTo>
                    <a:pt x="0" y="6710"/>
                    <a:pt x="6710" y="0"/>
                    <a:pt x="14988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537127" cy="665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937904" y="336062"/>
            <a:ext cx="2245403" cy="569806"/>
            <a:chOff x="0" y="0"/>
            <a:chExt cx="591382" cy="1500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1382" cy="150072"/>
            </a:xfrm>
            <a:custGeom>
              <a:avLst/>
              <a:gdLst/>
              <a:ahLst/>
              <a:cxnLst/>
              <a:rect r="r" b="b" t="t" l="l"/>
              <a:pathLst>
                <a:path h="150072" w="591382">
                  <a:moveTo>
                    <a:pt x="17239" y="0"/>
                  </a:moveTo>
                  <a:lnTo>
                    <a:pt x="574142" y="0"/>
                  </a:lnTo>
                  <a:cubicBezTo>
                    <a:pt x="583663" y="0"/>
                    <a:pt x="591382" y="7718"/>
                    <a:pt x="591382" y="17239"/>
                  </a:cubicBezTo>
                  <a:lnTo>
                    <a:pt x="591382" y="132833"/>
                  </a:lnTo>
                  <a:cubicBezTo>
                    <a:pt x="591382" y="142354"/>
                    <a:pt x="583663" y="150072"/>
                    <a:pt x="574142" y="150072"/>
                  </a:cubicBezTo>
                  <a:lnTo>
                    <a:pt x="17239" y="150072"/>
                  </a:lnTo>
                  <a:cubicBezTo>
                    <a:pt x="7718" y="150072"/>
                    <a:pt x="0" y="142354"/>
                    <a:pt x="0" y="132833"/>
                  </a:cubicBezTo>
                  <a:lnTo>
                    <a:pt x="0" y="17239"/>
                  </a:lnTo>
                  <a:cubicBezTo>
                    <a:pt x="0" y="7718"/>
                    <a:pt x="7718" y="0"/>
                    <a:pt x="1723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591382" cy="207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6" id="36"/>
          <p:cNvSpPr/>
          <p:nvPr/>
        </p:nvSpPr>
        <p:spPr>
          <a:xfrm>
            <a:off x="3958881" y="3895028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7009175" y="3726870"/>
            <a:ext cx="0" cy="1581522"/>
          </a:xfrm>
          <a:prstGeom prst="line">
            <a:avLst/>
          </a:prstGeom>
          <a:ln cap="rnd" w="57150">
            <a:solidFill>
              <a:srgbClr val="A7A5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3958926" y="4325392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3933511" y="4898721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439558" y="1610458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2"/>
                </a:lnTo>
                <a:lnTo>
                  <a:pt x="0" y="4291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82758" y="2366531"/>
            <a:ext cx="519544" cy="460049"/>
          </a:xfrm>
          <a:custGeom>
            <a:avLst/>
            <a:gdLst/>
            <a:ahLst/>
            <a:cxnLst/>
            <a:rect r="r" b="b" t="t" l="l"/>
            <a:pathLst>
              <a:path h="460049" w="519544">
                <a:moveTo>
                  <a:pt x="0" y="0"/>
                </a:moveTo>
                <a:lnTo>
                  <a:pt x="519544" y="0"/>
                </a:lnTo>
                <a:lnTo>
                  <a:pt x="519544" y="460049"/>
                </a:lnTo>
                <a:lnTo>
                  <a:pt x="0" y="4600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932" r="0" b="0"/>
            </a:stretch>
          </a:blipFill>
        </p:spPr>
      </p:sp>
      <p:sp>
        <p:nvSpPr>
          <p:cNvPr name="AutoShape 42" id="42"/>
          <p:cNvSpPr/>
          <p:nvPr/>
        </p:nvSpPr>
        <p:spPr>
          <a:xfrm>
            <a:off x="4042148" y="1721027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4092801" y="1883289"/>
            <a:ext cx="11411800" cy="744017"/>
            <a:chOff x="0" y="0"/>
            <a:chExt cx="3005577" cy="19595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05577" cy="195955"/>
            </a:xfrm>
            <a:custGeom>
              <a:avLst/>
              <a:gdLst/>
              <a:ahLst/>
              <a:cxnLst/>
              <a:rect r="r" b="b" t="t" l="l"/>
              <a:pathLst>
                <a:path h="195955" w="3005577">
                  <a:moveTo>
                    <a:pt x="4749" y="0"/>
                  </a:moveTo>
                  <a:lnTo>
                    <a:pt x="3000828" y="0"/>
                  </a:lnTo>
                  <a:cubicBezTo>
                    <a:pt x="3003451" y="0"/>
                    <a:pt x="3005577" y="2126"/>
                    <a:pt x="3005577" y="4749"/>
                  </a:cubicBezTo>
                  <a:lnTo>
                    <a:pt x="3005577" y="191206"/>
                  </a:lnTo>
                  <a:cubicBezTo>
                    <a:pt x="3005577" y="193829"/>
                    <a:pt x="3003451" y="195955"/>
                    <a:pt x="3000828" y="195955"/>
                  </a:cubicBezTo>
                  <a:lnTo>
                    <a:pt x="4749" y="195955"/>
                  </a:lnTo>
                  <a:cubicBezTo>
                    <a:pt x="2126" y="195955"/>
                    <a:pt x="0" y="193829"/>
                    <a:pt x="0" y="191206"/>
                  </a:cubicBezTo>
                  <a:lnTo>
                    <a:pt x="0" y="4749"/>
                  </a:lnTo>
                  <a:cubicBezTo>
                    <a:pt x="0" y="2126"/>
                    <a:pt x="2126" y="0"/>
                    <a:pt x="474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3005577" cy="253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828737" y="1883289"/>
            <a:ext cx="2003652" cy="734492"/>
            <a:chOff x="0" y="0"/>
            <a:chExt cx="527711" cy="1934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7711" cy="193447"/>
            </a:xfrm>
            <a:custGeom>
              <a:avLst/>
              <a:gdLst/>
              <a:ahLst/>
              <a:cxnLst/>
              <a:rect r="r" b="b" t="t" l="l"/>
              <a:pathLst>
                <a:path h="193447" w="527711">
                  <a:moveTo>
                    <a:pt x="19320" y="0"/>
                  </a:moveTo>
                  <a:lnTo>
                    <a:pt x="508391" y="0"/>
                  </a:lnTo>
                  <a:cubicBezTo>
                    <a:pt x="513515" y="0"/>
                    <a:pt x="518429" y="2035"/>
                    <a:pt x="522052" y="5659"/>
                  </a:cubicBezTo>
                  <a:cubicBezTo>
                    <a:pt x="525675" y="9282"/>
                    <a:pt x="527711" y="14196"/>
                    <a:pt x="527711" y="19320"/>
                  </a:cubicBezTo>
                  <a:lnTo>
                    <a:pt x="527711" y="174127"/>
                  </a:lnTo>
                  <a:cubicBezTo>
                    <a:pt x="527711" y="184797"/>
                    <a:pt x="519061" y="193447"/>
                    <a:pt x="508391" y="193447"/>
                  </a:cubicBezTo>
                  <a:lnTo>
                    <a:pt x="19320" y="193447"/>
                  </a:lnTo>
                  <a:cubicBezTo>
                    <a:pt x="8650" y="193447"/>
                    <a:pt x="0" y="184797"/>
                    <a:pt x="0" y="174127"/>
                  </a:cubicBezTo>
                  <a:lnTo>
                    <a:pt x="0" y="19320"/>
                  </a:lnTo>
                  <a:cubicBezTo>
                    <a:pt x="0" y="8650"/>
                    <a:pt x="8650" y="0"/>
                    <a:pt x="19320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527711" cy="250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5099180" y="2024863"/>
            <a:ext cx="405421" cy="405421"/>
          </a:xfrm>
          <a:custGeom>
            <a:avLst/>
            <a:gdLst/>
            <a:ahLst/>
            <a:cxnLst/>
            <a:rect r="r" b="b" t="t" l="l"/>
            <a:pathLst>
              <a:path h="405421" w="405421">
                <a:moveTo>
                  <a:pt x="0" y="0"/>
                </a:moveTo>
                <a:lnTo>
                  <a:pt x="405421" y="0"/>
                </a:lnTo>
                <a:lnTo>
                  <a:pt x="405421" y="405421"/>
                </a:lnTo>
                <a:lnTo>
                  <a:pt x="0" y="4054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2336523" y="4363493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59" y="0"/>
                </a:lnTo>
                <a:lnTo>
                  <a:pt x="1855359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354199" y="4929035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59" y="0"/>
                </a:lnTo>
                <a:lnTo>
                  <a:pt x="1855359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52" id="52"/>
          <p:cNvSpPr/>
          <p:nvPr/>
        </p:nvSpPr>
        <p:spPr>
          <a:xfrm>
            <a:off x="3958881" y="6299408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17066325" y="6813247"/>
            <a:ext cx="0" cy="1581522"/>
          </a:xfrm>
          <a:prstGeom prst="line">
            <a:avLst/>
          </a:prstGeom>
          <a:ln cap="rnd" w="57150">
            <a:solidFill>
              <a:srgbClr val="A7A5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4042148" y="6937072"/>
            <a:ext cx="5559404" cy="583752"/>
            <a:chOff x="0" y="0"/>
            <a:chExt cx="2002245" cy="21024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918054" y="6927547"/>
            <a:ext cx="5688746" cy="597474"/>
            <a:chOff x="0" y="0"/>
            <a:chExt cx="2048829" cy="21518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080080" y="8160946"/>
            <a:ext cx="5559404" cy="583752"/>
            <a:chOff x="0" y="0"/>
            <a:chExt cx="2002245" cy="21024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955986" y="8151421"/>
            <a:ext cx="5688746" cy="597474"/>
            <a:chOff x="0" y="0"/>
            <a:chExt cx="2048829" cy="21518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15266058" y="8225738"/>
            <a:ext cx="238543" cy="238543"/>
          </a:xfrm>
          <a:custGeom>
            <a:avLst/>
            <a:gdLst/>
            <a:ahLst/>
            <a:cxnLst/>
            <a:rect r="r" b="b" t="t" l="l"/>
            <a:pathLst>
              <a:path h="238543" w="238543">
                <a:moveTo>
                  <a:pt x="0" y="0"/>
                </a:moveTo>
                <a:lnTo>
                  <a:pt x="238543" y="0"/>
                </a:lnTo>
                <a:lnTo>
                  <a:pt x="238543" y="238543"/>
                </a:lnTo>
                <a:lnTo>
                  <a:pt x="0" y="238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549194" y="224090"/>
            <a:ext cx="4489728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Clientes 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5102508" y="427797"/>
            <a:ext cx="193524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 Nuevo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024725" y="3346434"/>
            <a:ext cx="270188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Listado de Clientes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012263" y="3906927"/>
            <a:ext cx="12286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053137" y="4451681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Maria García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080080" y="4952722"/>
            <a:ext cx="179518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Carlos López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591957" y="3906927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547413" y="4460482"/>
            <a:ext cx="216611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María@gmail.com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591957" y="5033810"/>
            <a:ext cx="223130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Carlos@gmail.com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144000" y="3925660"/>
            <a:ext cx="131600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Teléfono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144000" y="4460482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81256933887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152805" y="501460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8126453386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806024" y="3906927"/>
            <a:ext cx="1062945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Eventos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806024" y="440172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806024" y="5033810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2641508" y="3906927"/>
            <a:ext cx="1280741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Acciones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118301" y="1310182"/>
            <a:ext cx="224516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Buscar Clientes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284825" y="2025961"/>
            <a:ext cx="53546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Buscar por nombre, email o telefono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5606801" y="2027866"/>
            <a:ext cx="869275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Buscar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024725" y="5750814"/>
            <a:ext cx="335649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Actualizacion de Datos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080080" y="6558322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4134923" y="7070422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Completo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9918054" y="6491647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972897" y="7003747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118012" y="7782196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Teléfono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172855" y="8294296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955986" y="7715521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Tipo de cliente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010829" y="8227621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Regular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4118301" y="9260995"/>
            <a:ext cx="5559404" cy="583752"/>
            <a:chOff x="0" y="0"/>
            <a:chExt cx="2002245" cy="21024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4156233" y="8882245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Dirección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211075" y="9394345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Dirección completa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2456874" y="9177520"/>
            <a:ext cx="1694261" cy="619548"/>
            <a:chOff x="0" y="0"/>
            <a:chExt cx="446225" cy="16317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4209558" y="9177520"/>
            <a:ext cx="2266518" cy="619548"/>
            <a:chOff x="0" y="0"/>
            <a:chExt cx="596943" cy="16317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12732445" y="9299228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4268615" y="9299228"/>
            <a:ext cx="218408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cambios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22035" y="3076591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06005" y="3815274"/>
            <a:ext cx="496297" cy="496297"/>
          </a:xfrm>
          <a:custGeom>
            <a:avLst/>
            <a:gdLst/>
            <a:ahLst/>
            <a:cxnLst/>
            <a:rect r="r" b="b" t="t" l="l"/>
            <a:pathLst>
              <a:path h="496297" w="496297">
                <a:moveTo>
                  <a:pt x="0" y="0"/>
                </a:moveTo>
                <a:lnTo>
                  <a:pt x="496297" y="0"/>
                </a:lnTo>
                <a:lnTo>
                  <a:pt x="496297" y="496297"/>
                </a:lnTo>
                <a:lnTo>
                  <a:pt x="0" y="496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39558" y="1610458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2"/>
                </a:lnTo>
                <a:lnTo>
                  <a:pt x="0" y="4291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82758" y="2366531"/>
            <a:ext cx="519544" cy="460049"/>
          </a:xfrm>
          <a:custGeom>
            <a:avLst/>
            <a:gdLst/>
            <a:ahLst/>
            <a:cxnLst/>
            <a:rect r="r" b="b" t="t" l="l"/>
            <a:pathLst>
              <a:path h="460049" w="519544">
                <a:moveTo>
                  <a:pt x="0" y="0"/>
                </a:moveTo>
                <a:lnTo>
                  <a:pt x="519544" y="0"/>
                </a:lnTo>
                <a:lnTo>
                  <a:pt x="519544" y="460049"/>
                </a:lnTo>
                <a:lnTo>
                  <a:pt x="0" y="4600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932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099180" y="2024863"/>
            <a:ext cx="405421" cy="405421"/>
          </a:xfrm>
          <a:custGeom>
            <a:avLst/>
            <a:gdLst/>
            <a:ahLst/>
            <a:cxnLst/>
            <a:rect r="r" b="b" t="t" l="l"/>
            <a:pathLst>
              <a:path h="405421" w="405421">
                <a:moveTo>
                  <a:pt x="0" y="0"/>
                </a:moveTo>
                <a:lnTo>
                  <a:pt x="405421" y="0"/>
                </a:lnTo>
                <a:lnTo>
                  <a:pt x="405421" y="405421"/>
                </a:lnTo>
                <a:lnTo>
                  <a:pt x="0" y="4054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>
            <a:off x="4280737" y="2054247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4364004" y="2691911"/>
            <a:ext cx="5559404" cy="583752"/>
            <a:chOff x="0" y="0"/>
            <a:chExt cx="2002245" cy="21024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39910" y="2682386"/>
            <a:ext cx="5688746" cy="597474"/>
            <a:chOff x="0" y="0"/>
            <a:chExt cx="2048829" cy="2151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401936" y="3915785"/>
            <a:ext cx="5559404" cy="583752"/>
            <a:chOff x="0" y="0"/>
            <a:chExt cx="2002245" cy="21024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77842" y="3906260"/>
            <a:ext cx="5688746" cy="597474"/>
            <a:chOff x="0" y="0"/>
            <a:chExt cx="2048829" cy="21518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5587914" y="3980577"/>
            <a:ext cx="238543" cy="238543"/>
          </a:xfrm>
          <a:custGeom>
            <a:avLst/>
            <a:gdLst/>
            <a:ahLst/>
            <a:cxnLst/>
            <a:rect r="r" b="b" t="t" l="l"/>
            <a:pathLst>
              <a:path h="238543" w="238543">
                <a:moveTo>
                  <a:pt x="0" y="0"/>
                </a:moveTo>
                <a:lnTo>
                  <a:pt x="238543" y="0"/>
                </a:lnTo>
                <a:lnTo>
                  <a:pt x="238543" y="238543"/>
                </a:lnTo>
                <a:lnTo>
                  <a:pt x="0" y="2385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151127" y="224090"/>
            <a:ext cx="3285860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Nuevo Cliente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102508" y="427797"/>
            <a:ext cx="193524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 Nuevo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606801" y="2027866"/>
            <a:ext cx="869275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Buscar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346581" y="1505653"/>
            <a:ext cx="25466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Datos Personales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401936" y="2313161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456779" y="2825261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Completo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39910" y="2246486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94753" y="2758586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39868" y="3537035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Teléfono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494710" y="4049135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77842" y="3470360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Tipo de cliente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332685" y="398246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Regular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4440157" y="5015834"/>
            <a:ext cx="5559404" cy="583752"/>
            <a:chOff x="0" y="0"/>
            <a:chExt cx="2002245" cy="21024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4478088" y="4637084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Dirección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532931" y="5149184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Dirección completa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2986704" y="8219932"/>
            <a:ext cx="1694261" cy="619548"/>
            <a:chOff x="0" y="0"/>
            <a:chExt cx="446225" cy="16317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739389" y="8219932"/>
            <a:ext cx="2266518" cy="619548"/>
            <a:chOff x="0" y="0"/>
            <a:chExt cx="596943" cy="16317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3262275" y="8341640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5389888" y="8341640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22035" y="3076591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06005" y="3815274"/>
            <a:ext cx="496297" cy="496297"/>
          </a:xfrm>
          <a:custGeom>
            <a:avLst/>
            <a:gdLst/>
            <a:ahLst/>
            <a:cxnLst/>
            <a:rect r="r" b="b" t="t" l="l"/>
            <a:pathLst>
              <a:path h="496297" w="496297">
                <a:moveTo>
                  <a:pt x="0" y="0"/>
                </a:moveTo>
                <a:lnTo>
                  <a:pt x="496297" y="0"/>
                </a:lnTo>
                <a:lnTo>
                  <a:pt x="496297" y="496297"/>
                </a:lnTo>
                <a:lnTo>
                  <a:pt x="0" y="496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39558" y="1610458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2"/>
                </a:lnTo>
                <a:lnTo>
                  <a:pt x="0" y="4291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82758" y="2366531"/>
            <a:ext cx="519544" cy="460049"/>
          </a:xfrm>
          <a:custGeom>
            <a:avLst/>
            <a:gdLst/>
            <a:ahLst/>
            <a:cxnLst/>
            <a:rect r="r" b="b" t="t" l="l"/>
            <a:pathLst>
              <a:path h="460049" w="519544">
                <a:moveTo>
                  <a:pt x="0" y="0"/>
                </a:moveTo>
                <a:lnTo>
                  <a:pt x="519544" y="0"/>
                </a:lnTo>
                <a:lnTo>
                  <a:pt x="519544" y="460049"/>
                </a:lnTo>
                <a:lnTo>
                  <a:pt x="0" y="4600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932" r="0" b="0"/>
            </a:stretch>
          </a:blipFill>
        </p:spPr>
      </p:sp>
      <p:sp>
        <p:nvSpPr>
          <p:cNvPr name="AutoShape 29" id="29"/>
          <p:cNvSpPr/>
          <p:nvPr/>
        </p:nvSpPr>
        <p:spPr>
          <a:xfrm>
            <a:off x="4280737" y="2054247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4364004" y="2691911"/>
            <a:ext cx="5559404" cy="583752"/>
            <a:chOff x="0" y="0"/>
            <a:chExt cx="2002245" cy="2102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39910" y="2682386"/>
            <a:ext cx="5688746" cy="597474"/>
            <a:chOff x="0" y="0"/>
            <a:chExt cx="2048829" cy="2151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401936" y="3915785"/>
            <a:ext cx="5559404" cy="583752"/>
            <a:chOff x="0" y="0"/>
            <a:chExt cx="2002245" cy="21024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277842" y="3906260"/>
            <a:ext cx="5688746" cy="597474"/>
            <a:chOff x="0" y="0"/>
            <a:chExt cx="2048829" cy="2151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5587914" y="3980577"/>
            <a:ext cx="238543" cy="238543"/>
          </a:xfrm>
          <a:custGeom>
            <a:avLst/>
            <a:gdLst/>
            <a:ahLst/>
            <a:cxnLst/>
            <a:rect r="r" b="b" t="t" l="l"/>
            <a:pathLst>
              <a:path h="238543" w="238543">
                <a:moveTo>
                  <a:pt x="0" y="0"/>
                </a:moveTo>
                <a:lnTo>
                  <a:pt x="238543" y="0"/>
                </a:lnTo>
                <a:lnTo>
                  <a:pt x="238543" y="238543"/>
                </a:lnTo>
                <a:lnTo>
                  <a:pt x="0" y="2385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4440157" y="5015834"/>
            <a:ext cx="5559404" cy="583752"/>
            <a:chOff x="0" y="0"/>
            <a:chExt cx="2002245" cy="2102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986704" y="8219932"/>
            <a:ext cx="1694261" cy="619548"/>
            <a:chOff x="0" y="0"/>
            <a:chExt cx="446225" cy="16317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739389" y="8219932"/>
            <a:ext cx="2266518" cy="619548"/>
            <a:chOff x="0" y="0"/>
            <a:chExt cx="596943" cy="16317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975783" y="3235342"/>
            <a:ext cx="6804444" cy="4207755"/>
            <a:chOff x="0" y="0"/>
            <a:chExt cx="1792117" cy="110821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92117" cy="1108215"/>
            </a:xfrm>
            <a:custGeom>
              <a:avLst/>
              <a:gdLst/>
              <a:ahLst/>
              <a:cxnLst/>
              <a:rect r="r" b="b" t="t" l="l"/>
              <a:pathLst>
                <a:path h="1108215" w="1792117">
                  <a:moveTo>
                    <a:pt x="0" y="0"/>
                  </a:moveTo>
                  <a:lnTo>
                    <a:pt x="1792117" y="0"/>
                  </a:lnTo>
                  <a:lnTo>
                    <a:pt x="1792117" y="1108215"/>
                  </a:lnTo>
                  <a:lnTo>
                    <a:pt x="0" y="1108215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  <a:ln w="19050" cap="sq">
              <a:solidFill>
                <a:srgbClr val="D2D2D2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1792117" cy="1165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560589" y="4096348"/>
            <a:ext cx="1358643" cy="1358643"/>
          </a:xfrm>
          <a:custGeom>
            <a:avLst/>
            <a:gdLst/>
            <a:ahLst/>
            <a:cxnLst/>
            <a:rect r="r" b="b" t="t" l="l"/>
            <a:pathLst>
              <a:path h="1358643" w="1358643">
                <a:moveTo>
                  <a:pt x="0" y="0"/>
                </a:moveTo>
                <a:lnTo>
                  <a:pt x="1358642" y="0"/>
                </a:lnTo>
                <a:lnTo>
                  <a:pt x="1358642" y="1358642"/>
                </a:lnTo>
                <a:lnTo>
                  <a:pt x="0" y="13586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150995" y="224090"/>
            <a:ext cx="3286125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Nuevo Cliente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346581" y="1505653"/>
            <a:ext cx="25466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Datos Personales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401936" y="2313161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456779" y="2825261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Completo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239910" y="2246486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94753" y="2758586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439868" y="3537035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Teléfono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494710" y="4049135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478088" y="4637084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Dirección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532931" y="5149184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Dirección completa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262275" y="8341640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5389888" y="8341640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955268" y="5587365"/>
            <a:ext cx="284547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F51B5"/>
                </a:solidFill>
                <a:latin typeface="Poppins"/>
                <a:ea typeface="Poppins"/>
                <a:cs typeface="Poppins"/>
                <a:sym typeface="Poppins"/>
              </a:rPr>
              <a:t>Cliente Añadido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9270223" y="6441441"/>
            <a:ext cx="2266518" cy="619548"/>
            <a:chOff x="0" y="0"/>
            <a:chExt cx="596943" cy="16317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9920723" y="6563150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06005" y="3815274"/>
            <a:ext cx="496297" cy="496297"/>
          </a:xfrm>
          <a:custGeom>
            <a:avLst/>
            <a:gdLst/>
            <a:ahLst/>
            <a:cxnLst/>
            <a:rect r="r" b="b" t="t" l="l"/>
            <a:pathLst>
              <a:path h="496297" w="496297">
                <a:moveTo>
                  <a:pt x="0" y="0"/>
                </a:moveTo>
                <a:lnTo>
                  <a:pt x="496297" y="0"/>
                </a:lnTo>
                <a:lnTo>
                  <a:pt x="496297" y="496297"/>
                </a:lnTo>
                <a:lnTo>
                  <a:pt x="0" y="496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60358" y="3060319"/>
            <a:ext cx="468608" cy="468608"/>
          </a:xfrm>
          <a:custGeom>
            <a:avLst/>
            <a:gdLst/>
            <a:ahLst/>
            <a:cxnLst/>
            <a:rect r="r" b="b" t="t" l="l"/>
            <a:pathLst>
              <a:path h="468608" w="468608">
                <a:moveTo>
                  <a:pt x="0" y="0"/>
                </a:moveTo>
                <a:lnTo>
                  <a:pt x="468609" y="0"/>
                </a:lnTo>
                <a:lnTo>
                  <a:pt x="468609" y="468609"/>
                </a:lnTo>
                <a:lnTo>
                  <a:pt x="0" y="4686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3911151" y="1058494"/>
            <a:ext cx="13266269" cy="1768838"/>
            <a:chOff x="0" y="0"/>
            <a:chExt cx="3493997" cy="4658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93997" cy="465867"/>
            </a:xfrm>
            <a:custGeom>
              <a:avLst/>
              <a:gdLst/>
              <a:ahLst/>
              <a:cxnLst/>
              <a:rect r="r" b="b" t="t" l="l"/>
              <a:pathLst>
                <a:path h="465867" w="3493997">
                  <a:moveTo>
                    <a:pt x="15173" y="0"/>
                  </a:moveTo>
                  <a:lnTo>
                    <a:pt x="3478824" y="0"/>
                  </a:lnTo>
                  <a:cubicBezTo>
                    <a:pt x="3482848" y="0"/>
                    <a:pt x="3486707" y="1599"/>
                    <a:pt x="3489553" y="4444"/>
                  </a:cubicBezTo>
                  <a:cubicBezTo>
                    <a:pt x="3492398" y="7290"/>
                    <a:pt x="3493997" y="11149"/>
                    <a:pt x="3493997" y="15173"/>
                  </a:cubicBezTo>
                  <a:lnTo>
                    <a:pt x="3493997" y="450694"/>
                  </a:lnTo>
                  <a:cubicBezTo>
                    <a:pt x="3493997" y="454718"/>
                    <a:pt x="3492398" y="458577"/>
                    <a:pt x="3489553" y="461423"/>
                  </a:cubicBezTo>
                  <a:cubicBezTo>
                    <a:pt x="3486707" y="464268"/>
                    <a:pt x="3482848" y="465867"/>
                    <a:pt x="3478824" y="465867"/>
                  </a:cubicBezTo>
                  <a:lnTo>
                    <a:pt x="15173" y="465867"/>
                  </a:lnTo>
                  <a:cubicBezTo>
                    <a:pt x="11149" y="465867"/>
                    <a:pt x="7290" y="464268"/>
                    <a:pt x="4444" y="461423"/>
                  </a:cubicBezTo>
                  <a:cubicBezTo>
                    <a:pt x="1599" y="458577"/>
                    <a:pt x="0" y="454718"/>
                    <a:pt x="0" y="450694"/>
                  </a:cubicBezTo>
                  <a:lnTo>
                    <a:pt x="0" y="15173"/>
                  </a:lnTo>
                  <a:cubicBezTo>
                    <a:pt x="0" y="11149"/>
                    <a:pt x="1599" y="7290"/>
                    <a:pt x="4444" y="4444"/>
                  </a:cubicBezTo>
                  <a:cubicBezTo>
                    <a:pt x="7290" y="1599"/>
                    <a:pt x="11149" y="0"/>
                    <a:pt x="15173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3493997" cy="52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829272" y="3032109"/>
            <a:ext cx="13430028" cy="2309129"/>
            <a:chOff x="0" y="0"/>
            <a:chExt cx="3537127" cy="6081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37127" cy="608166"/>
            </a:xfrm>
            <a:custGeom>
              <a:avLst/>
              <a:gdLst/>
              <a:ahLst/>
              <a:cxnLst/>
              <a:rect r="r" b="b" t="t" l="l"/>
              <a:pathLst>
                <a:path h="608166" w="3537127">
                  <a:moveTo>
                    <a:pt x="14988" y="0"/>
                  </a:moveTo>
                  <a:lnTo>
                    <a:pt x="3522139" y="0"/>
                  </a:lnTo>
                  <a:cubicBezTo>
                    <a:pt x="3530416" y="0"/>
                    <a:pt x="3537127" y="6710"/>
                    <a:pt x="3537127" y="14988"/>
                  </a:cubicBezTo>
                  <a:lnTo>
                    <a:pt x="3537127" y="593178"/>
                  </a:lnTo>
                  <a:cubicBezTo>
                    <a:pt x="3537127" y="601455"/>
                    <a:pt x="3530416" y="608166"/>
                    <a:pt x="3522139" y="608166"/>
                  </a:cubicBezTo>
                  <a:lnTo>
                    <a:pt x="14988" y="608166"/>
                  </a:lnTo>
                  <a:cubicBezTo>
                    <a:pt x="6710" y="608166"/>
                    <a:pt x="0" y="601455"/>
                    <a:pt x="0" y="593178"/>
                  </a:cubicBezTo>
                  <a:lnTo>
                    <a:pt x="0" y="14988"/>
                  </a:lnTo>
                  <a:cubicBezTo>
                    <a:pt x="0" y="6710"/>
                    <a:pt x="6710" y="0"/>
                    <a:pt x="14988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537127" cy="665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828737" y="336062"/>
            <a:ext cx="2430563" cy="603572"/>
            <a:chOff x="0" y="0"/>
            <a:chExt cx="640148" cy="1589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0148" cy="158965"/>
            </a:xfrm>
            <a:custGeom>
              <a:avLst/>
              <a:gdLst/>
              <a:ahLst/>
              <a:cxnLst/>
              <a:rect r="r" b="b" t="t" l="l"/>
              <a:pathLst>
                <a:path h="158965" w="640148">
                  <a:moveTo>
                    <a:pt x="15926" y="0"/>
                  </a:moveTo>
                  <a:lnTo>
                    <a:pt x="624222" y="0"/>
                  </a:lnTo>
                  <a:cubicBezTo>
                    <a:pt x="628446" y="0"/>
                    <a:pt x="632497" y="1678"/>
                    <a:pt x="635484" y="4665"/>
                  </a:cubicBezTo>
                  <a:cubicBezTo>
                    <a:pt x="638470" y="7651"/>
                    <a:pt x="640148" y="11702"/>
                    <a:pt x="640148" y="15926"/>
                  </a:cubicBezTo>
                  <a:lnTo>
                    <a:pt x="640148" y="143039"/>
                  </a:lnTo>
                  <a:cubicBezTo>
                    <a:pt x="640148" y="147263"/>
                    <a:pt x="638470" y="151314"/>
                    <a:pt x="635484" y="154301"/>
                  </a:cubicBezTo>
                  <a:cubicBezTo>
                    <a:pt x="632497" y="157288"/>
                    <a:pt x="628446" y="158965"/>
                    <a:pt x="624222" y="158965"/>
                  </a:cubicBezTo>
                  <a:lnTo>
                    <a:pt x="15926" y="158965"/>
                  </a:lnTo>
                  <a:cubicBezTo>
                    <a:pt x="11702" y="158965"/>
                    <a:pt x="7651" y="157288"/>
                    <a:pt x="4665" y="154301"/>
                  </a:cubicBezTo>
                  <a:cubicBezTo>
                    <a:pt x="1678" y="151314"/>
                    <a:pt x="0" y="147263"/>
                    <a:pt x="0" y="143039"/>
                  </a:cubicBezTo>
                  <a:lnTo>
                    <a:pt x="0" y="15926"/>
                  </a:lnTo>
                  <a:cubicBezTo>
                    <a:pt x="0" y="11702"/>
                    <a:pt x="1678" y="7651"/>
                    <a:pt x="4665" y="4665"/>
                  </a:cubicBezTo>
                  <a:cubicBezTo>
                    <a:pt x="7651" y="1678"/>
                    <a:pt x="11702" y="0"/>
                    <a:pt x="15926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40148" cy="216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>
            <a:off x="3958881" y="3666216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7009175" y="3498058"/>
            <a:ext cx="0" cy="1581522"/>
          </a:xfrm>
          <a:prstGeom prst="line">
            <a:avLst/>
          </a:prstGeom>
          <a:ln cap="rnd" w="57150">
            <a:solidFill>
              <a:srgbClr val="A7A5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3958926" y="4096580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3933511" y="4669909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4036262" y="1582711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4086915" y="1744973"/>
            <a:ext cx="11411800" cy="744017"/>
            <a:chOff x="0" y="0"/>
            <a:chExt cx="3005577" cy="19595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05577" cy="195955"/>
            </a:xfrm>
            <a:custGeom>
              <a:avLst/>
              <a:gdLst/>
              <a:ahLst/>
              <a:cxnLst/>
              <a:rect r="r" b="b" t="t" l="l"/>
              <a:pathLst>
                <a:path h="195955" w="3005577">
                  <a:moveTo>
                    <a:pt x="4749" y="0"/>
                  </a:moveTo>
                  <a:lnTo>
                    <a:pt x="3000828" y="0"/>
                  </a:lnTo>
                  <a:cubicBezTo>
                    <a:pt x="3003451" y="0"/>
                    <a:pt x="3005577" y="2126"/>
                    <a:pt x="3005577" y="4749"/>
                  </a:cubicBezTo>
                  <a:lnTo>
                    <a:pt x="3005577" y="191206"/>
                  </a:lnTo>
                  <a:cubicBezTo>
                    <a:pt x="3005577" y="193829"/>
                    <a:pt x="3003451" y="195955"/>
                    <a:pt x="3000828" y="195955"/>
                  </a:cubicBezTo>
                  <a:lnTo>
                    <a:pt x="4749" y="195955"/>
                  </a:lnTo>
                  <a:cubicBezTo>
                    <a:pt x="2126" y="195955"/>
                    <a:pt x="0" y="193829"/>
                    <a:pt x="0" y="191206"/>
                  </a:cubicBezTo>
                  <a:lnTo>
                    <a:pt x="0" y="4749"/>
                  </a:lnTo>
                  <a:cubicBezTo>
                    <a:pt x="0" y="2126"/>
                    <a:pt x="2126" y="0"/>
                    <a:pt x="474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3005577" cy="253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822851" y="1744973"/>
            <a:ext cx="2003652" cy="734492"/>
            <a:chOff x="0" y="0"/>
            <a:chExt cx="527711" cy="1934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7711" cy="193447"/>
            </a:xfrm>
            <a:custGeom>
              <a:avLst/>
              <a:gdLst/>
              <a:ahLst/>
              <a:cxnLst/>
              <a:rect r="r" b="b" t="t" l="l"/>
              <a:pathLst>
                <a:path h="193447" w="527711">
                  <a:moveTo>
                    <a:pt x="19320" y="0"/>
                  </a:moveTo>
                  <a:lnTo>
                    <a:pt x="508391" y="0"/>
                  </a:lnTo>
                  <a:cubicBezTo>
                    <a:pt x="513515" y="0"/>
                    <a:pt x="518429" y="2035"/>
                    <a:pt x="522052" y="5659"/>
                  </a:cubicBezTo>
                  <a:cubicBezTo>
                    <a:pt x="525675" y="9282"/>
                    <a:pt x="527711" y="14196"/>
                    <a:pt x="527711" y="19320"/>
                  </a:cubicBezTo>
                  <a:lnTo>
                    <a:pt x="527711" y="174127"/>
                  </a:lnTo>
                  <a:cubicBezTo>
                    <a:pt x="527711" y="184797"/>
                    <a:pt x="519061" y="193447"/>
                    <a:pt x="508391" y="193447"/>
                  </a:cubicBezTo>
                  <a:lnTo>
                    <a:pt x="19320" y="193447"/>
                  </a:lnTo>
                  <a:cubicBezTo>
                    <a:pt x="8650" y="193447"/>
                    <a:pt x="0" y="184797"/>
                    <a:pt x="0" y="174127"/>
                  </a:cubicBezTo>
                  <a:lnTo>
                    <a:pt x="0" y="19320"/>
                  </a:lnTo>
                  <a:cubicBezTo>
                    <a:pt x="0" y="8650"/>
                    <a:pt x="8650" y="0"/>
                    <a:pt x="19320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527711" cy="250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5093294" y="1886548"/>
            <a:ext cx="405421" cy="405421"/>
          </a:xfrm>
          <a:custGeom>
            <a:avLst/>
            <a:gdLst/>
            <a:ahLst/>
            <a:cxnLst/>
            <a:rect r="r" b="b" t="t" l="l"/>
            <a:pathLst>
              <a:path h="405421" w="405421">
                <a:moveTo>
                  <a:pt x="0" y="0"/>
                </a:moveTo>
                <a:lnTo>
                  <a:pt x="405421" y="0"/>
                </a:lnTo>
                <a:lnTo>
                  <a:pt x="405421" y="405420"/>
                </a:lnTo>
                <a:lnTo>
                  <a:pt x="0" y="4054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3223455" y="4096580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59" y="0"/>
                </a:lnTo>
                <a:lnTo>
                  <a:pt x="1855359" y="503774"/>
                </a:lnTo>
                <a:lnTo>
                  <a:pt x="0" y="5037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3281878" y="4657504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60" y="0"/>
                </a:lnTo>
                <a:lnTo>
                  <a:pt x="1855360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52" id="52"/>
          <p:cNvSpPr/>
          <p:nvPr/>
        </p:nvSpPr>
        <p:spPr>
          <a:xfrm>
            <a:off x="3958881" y="6049978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17009175" y="5881820"/>
            <a:ext cx="0" cy="1581522"/>
          </a:xfrm>
          <a:prstGeom prst="line">
            <a:avLst/>
          </a:prstGeom>
          <a:ln cap="rnd" w="57150">
            <a:solidFill>
              <a:srgbClr val="A7A5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4156233" y="6505260"/>
            <a:ext cx="4233762" cy="675080"/>
            <a:chOff x="0" y="0"/>
            <a:chExt cx="1524809" cy="24313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24809" cy="243133"/>
            </a:xfrm>
            <a:custGeom>
              <a:avLst/>
              <a:gdLst/>
              <a:ahLst/>
              <a:cxnLst/>
              <a:rect r="r" b="b" t="t" l="l"/>
              <a:pathLst>
                <a:path h="243133" w="1524809">
                  <a:moveTo>
                    <a:pt x="12800" y="0"/>
                  </a:moveTo>
                  <a:lnTo>
                    <a:pt x="1512009" y="0"/>
                  </a:lnTo>
                  <a:cubicBezTo>
                    <a:pt x="1519078" y="0"/>
                    <a:pt x="1524809" y="5731"/>
                    <a:pt x="1524809" y="12800"/>
                  </a:cubicBezTo>
                  <a:lnTo>
                    <a:pt x="1524809" y="230333"/>
                  </a:lnTo>
                  <a:cubicBezTo>
                    <a:pt x="1524809" y="237402"/>
                    <a:pt x="1519078" y="243133"/>
                    <a:pt x="1512009" y="243133"/>
                  </a:cubicBezTo>
                  <a:lnTo>
                    <a:pt x="12800" y="243133"/>
                  </a:lnTo>
                  <a:cubicBezTo>
                    <a:pt x="5731" y="243133"/>
                    <a:pt x="0" y="237402"/>
                    <a:pt x="0" y="230333"/>
                  </a:cubicBezTo>
                  <a:lnTo>
                    <a:pt x="0" y="12800"/>
                  </a:lnTo>
                  <a:cubicBezTo>
                    <a:pt x="0" y="5731"/>
                    <a:pt x="5731" y="0"/>
                    <a:pt x="1280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1524809" cy="30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639479" y="9224501"/>
            <a:ext cx="1694261" cy="619548"/>
            <a:chOff x="0" y="0"/>
            <a:chExt cx="446225" cy="16317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392164" y="9224501"/>
            <a:ext cx="2266518" cy="619548"/>
            <a:chOff x="0" y="0"/>
            <a:chExt cx="596943" cy="16317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013783" y="669576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Mobiliario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681288" y="6516192"/>
            <a:ext cx="4233762" cy="675080"/>
            <a:chOff x="0" y="0"/>
            <a:chExt cx="1524809" cy="24313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24809" cy="243133"/>
            </a:xfrm>
            <a:custGeom>
              <a:avLst/>
              <a:gdLst/>
              <a:ahLst/>
              <a:cxnLst/>
              <a:rect r="r" b="b" t="t" l="l"/>
              <a:pathLst>
                <a:path h="243133" w="1524809">
                  <a:moveTo>
                    <a:pt x="12800" y="0"/>
                  </a:moveTo>
                  <a:lnTo>
                    <a:pt x="1512009" y="0"/>
                  </a:lnTo>
                  <a:cubicBezTo>
                    <a:pt x="1519078" y="0"/>
                    <a:pt x="1524809" y="5731"/>
                    <a:pt x="1524809" y="12800"/>
                  </a:cubicBezTo>
                  <a:lnTo>
                    <a:pt x="1524809" y="230333"/>
                  </a:lnTo>
                  <a:cubicBezTo>
                    <a:pt x="1524809" y="237402"/>
                    <a:pt x="1519078" y="243133"/>
                    <a:pt x="1512009" y="243133"/>
                  </a:cubicBezTo>
                  <a:lnTo>
                    <a:pt x="12800" y="243133"/>
                  </a:lnTo>
                  <a:cubicBezTo>
                    <a:pt x="5731" y="243133"/>
                    <a:pt x="0" y="237402"/>
                    <a:pt x="0" y="230333"/>
                  </a:cubicBezTo>
                  <a:lnTo>
                    <a:pt x="0" y="12800"/>
                  </a:lnTo>
                  <a:cubicBezTo>
                    <a:pt x="0" y="5731"/>
                    <a:pt x="5731" y="0"/>
                    <a:pt x="1280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1524809" cy="30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2526981" y="6705958"/>
            <a:ext cx="224997" cy="224997"/>
          </a:xfrm>
          <a:custGeom>
            <a:avLst/>
            <a:gdLst/>
            <a:ahLst/>
            <a:cxnLst/>
            <a:rect r="r" b="b" t="t" l="l"/>
            <a:pathLst>
              <a:path h="224997" w="224997">
                <a:moveTo>
                  <a:pt x="0" y="0"/>
                </a:moveTo>
                <a:lnTo>
                  <a:pt x="224997" y="0"/>
                </a:lnTo>
                <a:lnTo>
                  <a:pt x="224997" y="224997"/>
                </a:lnTo>
                <a:lnTo>
                  <a:pt x="0" y="224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4112415" y="7644816"/>
            <a:ext cx="4233762" cy="675080"/>
            <a:chOff x="0" y="0"/>
            <a:chExt cx="1524809" cy="24313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524809" cy="243133"/>
            </a:xfrm>
            <a:custGeom>
              <a:avLst/>
              <a:gdLst/>
              <a:ahLst/>
              <a:cxnLst/>
              <a:rect r="r" b="b" t="t" l="l"/>
              <a:pathLst>
                <a:path h="243133" w="1524809">
                  <a:moveTo>
                    <a:pt x="12800" y="0"/>
                  </a:moveTo>
                  <a:lnTo>
                    <a:pt x="1512009" y="0"/>
                  </a:lnTo>
                  <a:cubicBezTo>
                    <a:pt x="1519078" y="0"/>
                    <a:pt x="1524809" y="5731"/>
                    <a:pt x="1524809" y="12800"/>
                  </a:cubicBezTo>
                  <a:lnTo>
                    <a:pt x="1524809" y="230333"/>
                  </a:lnTo>
                  <a:cubicBezTo>
                    <a:pt x="1524809" y="237402"/>
                    <a:pt x="1519078" y="243133"/>
                    <a:pt x="1512009" y="243133"/>
                  </a:cubicBezTo>
                  <a:lnTo>
                    <a:pt x="12800" y="243133"/>
                  </a:lnTo>
                  <a:cubicBezTo>
                    <a:pt x="5731" y="243133"/>
                    <a:pt x="0" y="237402"/>
                    <a:pt x="0" y="230333"/>
                  </a:cubicBezTo>
                  <a:lnTo>
                    <a:pt x="0" y="12800"/>
                  </a:lnTo>
                  <a:cubicBezTo>
                    <a:pt x="0" y="5731"/>
                    <a:pt x="5731" y="0"/>
                    <a:pt x="1280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1524809" cy="30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713527" y="7598597"/>
            <a:ext cx="4233762" cy="675080"/>
            <a:chOff x="0" y="0"/>
            <a:chExt cx="1524809" cy="24313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24809" cy="243133"/>
            </a:xfrm>
            <a:custGeom>
              <a:avLst/>
              <a:gdLst/>
              <a:ahLst/>
              <a:cxnLst/>
              <a:rect r="r" b="b" t="t" l="l"/>
              <a:pathLst>
                <a:path h="243133" w="1524809">
                  <a:moveTo>
                    <a:pt x="12800" y="0"/>
                  </a:moveTo>
                  <a:lnTo>
                    <a:pt x="1512009" y="0"/>
                  </a:lnTo>
                  <a:cubicBezTo>
                    <a:pt x="1519078" y="0"/>
                    <a:pt x="1524809" y="5731"/>
                    <a:pt x="1524809" y="12800"/>
                  </a:cubicBezTo>
                  <a:lnTo>
                    <a:pt x="1524809" y="230333"/>
                  </a:lnTo>
                  <a:cubicBezTo>
                    <a:pt x="1524809" y="237402"/>
                    <a:pt x="1519078" y="243133"/>
                    <a:pt x="1512009" y="243133"/>
                  </a:cubicBezTo>
                  <a:lnTo>
                    <a:pt x="12800" y="243133"/>
                  </a:lnTo>
                  <a:cubicBezTo>
                    <a:pt x="5731" y="243133"/>
                    <a:pt x="0" y="237402"/>
                    <a:pt x="0" y="230333"/>
                  </a:cubicBezTo>
                  <a:lnTo>
                    <a:pt x="0" y="12800"/>
                  </a:lnTo>
                  <a:cubicBezTo>
                    <a:pt x="0" y="5731"/>
                    <a:pt x="5731" y="0"/>
                    <a:pt x="1280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1524809" cy="30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085472" y="8851046"/>
            <a:ext cx="8163482" cy="993003"/>
            <a:chOff x="0" y="0"/>
            <a:chExt cx="2940116" cy="35763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40116" cy="357635"/>
            </a:xfrm>
            <a:custGeom>
              <a:avLst/>
              <a:gdLst/>
              <a:ahLst/>
              <a:cxnLst/>
              <a:rect r="r" b="b" t="t" l="l"/>
              <a:pathLst>
                <a:path h="357635" w="2940116">
                  <a:moveTo>
                    <a:pt x="6639" y="0"/>
                  </a:moveTo>
                  <a:lnTo>
                    <a:pt x="2933478" y="0"/>
                  </a:lnTo>
                  <a:cubicBezTo>
                    <a:pt x="2935238" y="0"/>
                    <a:pt x="2936927" y="699"/>
                    <a:pt x="2938172" y="1944"/>
                  </a:cubicBezTo>
                  <a:cubicBezTo>
                    <a:pt x="2939417" y="3189"/>
                    <a:pt x="2940116" y="4878"/>
                    <a:pt x="2940116" y="6639"/>
                  </a:cubicBezTo>
                  <a:lnTo>
                    <a:pt x="2940116" y="350996"/>
                  </a:lnTo>
                  <a:cubicBezTo>
                    <a:pt x="2940116" y="352757"/>
                    <a:pt x="2939417" y="354445"/>
                    <a:pt x="2938172" y="355690"/>
                  </a:cubicBezTo>
                  <a:cubicBezTo>
                    <a:pt x="2936927" y="356935"/>
                    <a:pt x="2935238" y="357635"/>
                    <a:pt x="2933478" y="357635"/>
                  </a:cubicBezTo>
                  <a:lnTo>
                    <a:pt x="6639" y="357635"/>
                  </a:lnTo>
                  <a:cubicBezTo>
                    <a:pt x="4878" y="357635"/>
                    <a:pt x="3189" y="356935"/>
                    <a:pt x="1944" y="355690"/>
                  </a:cubicBezTo>
                  <a:cubicBezTo>
                    <a:pt x="699" y="354445"/>
                    <a:pt x="0" y="352757"/>
                    <a:pt x="0" y="350996"/>
                  </a:cubicBezTo>
                  <a:lnTo>
                    <a:pt x="0" y="6639"/>
                  </a:lnTo>
                  <a:cubicBezTo>
                    <a:pt x="0" y="4878"/>
                    <a:pt x="699" y="3189"/>
                    <a:pt x="1944" y="1944"/>
                  </a:cubicBezTo>
                  <a:cubicBezTo>
                    <a:pt x="3189" y="699"/>
                    <a:pt x="4878" y="0"/>
                    <a:pt x="663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2940116" cy="414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BF2F2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3958881" y="66508"/>
            <a:ext cx="4887992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inventario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978742" y="427797"/>
            <a:ext cx="218277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 Nuevo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024725" y="3117622"/>
            <a:ext cx="298858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Listado de Productos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012263" y="3678115"/>
            <a:ext cx="12286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053137" y="4222869"/>
            <a:ext cx="1822125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Mesa redonda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080080" y="4723910"/>
            <a:ext cx="179518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Silla Tiffany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591957" y="3678115"/>
            <a:ext cx="133095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Categoria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547413" y="4231670"/>
            <a:ext cx="216611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Mobiliario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6591957" y="4804998"/>
            <a:ext cx="223130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Mobiliario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9144000" y="3696848"/>
            <a:ext cx="131600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Stock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144000" y="4231670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152805" y="4785794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150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806024" y="3678115"/>
            <a:ext cx="183548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Unitario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806024" y="4172914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$200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806024" y="4804998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$50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547996" y="3678115"/>
            <a:ext cx="1280741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Acciones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4112415" y="1171866"/>
            <a:ext cx="3593663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Búsquedad de Productos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4278939" y="1887645"/>
            <a:ext cx="53546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Buscar por nombre o categoría...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5600915" y="1889551"/>
            <a:ext cx="869275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Buscar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4024725" y="5518978"/>
            <a:ext cx="394608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Actualizacion de Inventario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080080" y="6156492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4389042" y="663861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del producto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915050" y="9346209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4451220" y="9346209"/>
            <a:ext cx="218408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cambios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8713527" y="6156492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Categoria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4080080" y="7266066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Stock Disponible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748145" y="7257947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Unitario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053137" y="8472296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277031" y="8932156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Detalles del Producto...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3020357" y="6520537"/>
            <a:ext cx="3449833" cy="1415601"/>
            <a:chOff x="0" y="0"/>
            <a:chExt cx="1242474" cy="50983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242474" cy="509835"/>
            </a:xfrm>
            <a:custGeom>
              <a:avLst/>
              <a:gdLst/>
              <a:ahLst/>
              <a:cxnLst/>
              <a:rect r="r" b="b" t="t" l="l"/>
              <a:pathLst>
                <a:path h="509835" w="1242474">
                  <a:moveTo>
                    <a:pt x="15709" y="0"/>
                  </a:moveTo>
                  <a:lnTo>
                    <a:pt x="1226765" y="0"/>
                  </a:lnTo>
                  <a:cubicBezTo>
                    <a:pt x="1230931" y="0"/>
                    <a:pt x="1234926" y="1655"/>
                    <a:pt x="1237873" y="4601"/>
                  </a:cubicBezTo>
                  <a:cubicBezTo>
                    <a:pt x="1240819" y="7547"/>
                    <a:pt x="1242474" y="11543"/>
                    <a:pt x="1242474" y="15709"/>
                  </a:cubicBezTo>
                  <a:lnTo>
                    <a:pt x="1242474" y="494126"/>
                  </a:lnTo>
                  <a:cubicBezTo>
                    <a:pt x="1242474" y="502802"/>
                    <a:pt x="1235440" y="509835"/>
                    <a:pt x="1226765" y="509835"/>
                  </a:cubicBezTo>
                  <a:lnTo>
                    <a:pt x="15709" y="509835"/>
                  </a:lnTo>
                  <a:cubicBezTo>
                    <a:pt x="11543" y="509835"/>
                    <a:pt x="7547" y="508180"/>
                    <a:pt x="4601" y="505234"/>
                  </a:cubicBezTo>
                  <a:cubicBezTo>
                    <a:pt x="1655" y="502288"/>
                    <a:pt x="0" y="498292"/>
                    <a:pt x="0" y="494126"/>
                  </a:cubicBezTo>
                  <a:lnTo>
                    <a:pt x="0" y="15709"/>
                  </a:lnTo>
                  <a:cubicBezTo>
                    <a:pt x="0" y="7033"/>
                    <a:pt x="7033" y="0"/>
                    <a:pt x="1570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15" id="115"/>
            <p:cNvSpPr txBox="true"/>
            <p:nvPr/>
          </p:nvSpPr>
          <p:spPr>
            <a:xfrm>
              <a:off x="0" y="-57150"/>
              <a:ext cx="1242474" cy="566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6" id="116"/>
          <p:cNvSpPr txBox="true"/>
          <p:nvPr/>
        </p:nvSpPr>
        <p:spPr>
          <a:xfrm rot="0">
            <a:off x="13210325" y="6539990"/>
            <a:ext cx="2825227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F51B5"/>
                </a:solidFill>
                <a:latin typeface="Poppins"/>
                <a:ea typeface="Poppins"/>
                <a:cs typeface="Poppins"/>
                <a:sym typeface="Poppins"/>
              </a:rPr>
              <a:t>Mobiliario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Decoración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Equipo Audiovisual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Vajilla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51127" y="260602"/>
            <a:ext cx="3647837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Nuevo Producto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02508" y="427797"/>
            <a:ext cx="193524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 Nuevo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401936" y="4768466"/>
            <a:ext cx="8408328" cy="719369"/>
            <a:chOff x="0" y="0"/>
            <a:chExt cx="3028298" cy="2590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28298" cy="259084"/>
            </a:xfrm>
            <a:custGeom>
              <a:avLst/>
              <a:gdLst/>
              <a:ahLst/>
              <a:cxnLst/>
              <a:rect r="r" b="b" t="t" l="l"/>
              <a:pathLst>
                <a:path h="259084" w="3028298">
                  <a:moveTo>
                    <a:pt x="6445" y="0"/>
                  </a:moveTo>
                  <a:lnTo>
                    <a:pt x="3021853" y="0"/>
                  </a:lnTo>
                  <a:cubicBezTo>
                    <a:pt x="3025413" y="0"/>
                    <a:pt x="3028298" y="2886"/>
                    <a:pt x="3028298" y="6445"/>
                  </a:cubicBezTo>
                  <a:lnTo>
                    <a:pt x="3028298" y="252639"/>
                  </a:lnTo>
                  <a:cubicBezTo>
                    <a:pt x="3028298" y="256198"/>
                    <a:pt x="3025413" y="259084"/>
                    <a:pt x="3021853" y="259084"/>
                  </a:cubicBezTo>
                  <a:lnTo>
                    <a:pt x="6445" y="259084"/>
                  </a:lnTo>
                  <a:cubicBezTo>
                    <a:pt x="2886" y="259084"/>
                    <a:pt x="0" y="256198"/>
                    <a:pt x="0" y="252639"/>
                  </a:cubicBezTo>
                  <a:lnTo>
                    <a:pt x="0" y="6445"/>
                  </a:lnTo>
                  <a:cubicBezTo>
                    <a:pt x="0" y="2886"/>
                    <a:pt x="2886" y="0"/>
                    <a:pt x="644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028298" cy="316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4280737" y="1665349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401936" y="2212073"/>
            <a:ext cx="11668193" cy="719369"/>
            <a:chOff x="0" y="0"/>
            <a:chExt cx="4202354" cy="2590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02354" cy="259084"/>
            </a:xfrm>
            <a:custGeom>
              <a:avLst/>
              <a:gdLst/>
              <a:ahLst/>
              <a:cxnLst/>
              <a:rect r="r" b="b" t="t" l="l"/>
              <a:pathLst>
                <a:path h="259084" w="4202354">
                  <a:moveTo>
                    <a:pt x="4645" y="0"/>
                  </a:moveTo>
                  <a:lnTo>
                    <a:pt x="4197709" y="0"/>
                  </a:lnTo>
                  <a:cubicBezTo>
                    <a:pt x="4200275" y="0"/>
                    <a:pt x="4202354" y="2079"/>
                    <a:pt x="4202354" y="4645"/>
                  </a:cubicBezTo>
                  <a:lnTo>
                    <a:pt x="4202354" y="254439"/>
                  </a:lnTo>
                  <a:cubicBezTo>
                    <a:pt x="4202354" y="257005"/>
                    <a:pt x="4200275" y="259084"/>
                    <a:pt x="4197709" y="259084"/>
                  </a:cubicBezTo>
                  <a:lnTo>
                    <a:pt x="4645" y="259084"/>
                  </a:lnTo>
                  <a:cubicBezTo>
                    <a:pt x="3413" y="259084"/>
                    <a:pt x="2231" y="258595"/>
                    <a:pt x="1360" y="257724"/>
                  </a:cubicBezTo>
                  <a:cubicBezTo>
                    <a:pt x="489" y="256853"/>
                    <a:pt x="0" y="255671"/>
                    <a:pt x="0" y="254439"/>
                  </a:cubicBezTo>
                  <a:lnTo>
                    <a:pt x="0" y="4645"/>
                  </a:lnTo>
                  <a:cubicBezTo>
                    <a:pt x="0" y="3413"/>
                    <a:pt x="489" y="2231"/>
                    <a:pt x="1360" y="1360"/>
                  </a:cubicBezTo>
                  <a:cubicBezTo>
                    <a:pt x="2231" y="489"/>
                    <a:pt x="3413" y="0"/>
                    <a:pt x="464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02354" cy="316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10264" y="8405076"/>
            <a:ext cx="1694261" cy="619548"/>
            <a:chOff x="0" y="0"/>
            <a:chExt cx="446225" cy="1631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562948" y="8405076"/>
            <a:ext cx="2442959" cy="619548"/>
            <a:chOff x="0" y="0"/>
            <a:chExt cx="643413" cy="163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3413" cy="163173"/>
            </a:xfrm>
            <a:custGeom>
              <a:avLst/>
              <a:gdLst/>
              <a:ahLst/>
              <a:cxnLst/>
              <a:rect r="r" b="b" t="t" l="l"/>
              <a:pathLst>
                <a:path h="163173" w="643413">
                  <a:moveTo>
                    <a:pt x="15845" y="0"/>
                  </a:moveTo>
                  <a:lnTo>
                    <a:pt x="627568" y="0"/>
                  </a:lnTo>
                  <a:cubicBezTo>
                    <a:pt x="636319" y="0"/>
                    <a:pt x="643413" y="7094"/>
                    <a:pt x="643413" y="15845"/>
                  </a:cubicBezTo>
                  <a:lnTo>
                    <a:pt x="643413" y="147328"/>
                  </a:lnTo>
                  <a:cubicBezTo>
                    <a:pt x="643413" y="156079"/>
                    <a:pt x="636319" y="163173"/>
                    <a:pt x="627568" y="163173"/>
                  </a:cubicBezTo>
                  <a:lnTo>
                    <a:pt x="15845" y="163173"/>
                  </a:lnTo>
                  <a:cubicBezTo>
                    <a:pt x="7094" y="163173"/>
                    <a:pt x="0" y="156079"/>
                    <a:pt x="0" y="147328"/>
                  </a:cubicBezTo>
                  <a:lnTo>
                    <a:pt x="0" y="15845"/>
                  </a:lnTo>
                  <a:cubicBezTo>
                    <a:pt x="0" y="7094"/>
                    <a:pt x="7094" y="0"/>
                    <a:pt x="15845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4341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01936" y="3441715"/>
            <a:ext cx="11668193" cy="679892"/>
            <a:chOff x="0" y="0"/>
            <a:chExt cx="4202354" cy="2448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02354" cy="244866"/>
            </a:xfrm>
            <a:custGeom>
              <a:avLst/>
              <a:gdLst/>
              <a:ahLst/>
              <a:cxnLst/>
              <a:rect r="r" b="b" t="t" l="l"/>
              <a:pathLst>
                <a:path h="244866" w="4202354">
                  <a:moveTo>
                    <a:pt x="4645" y="0"/>
                  </a:moveTo>
                  <a:lnTo>
                    <a:pt x="4197709" y="0"/>
                  </a:lnTo>
                  <a:cubicBezTo>
                    <a:pt x="4200275" y="0"/>
                    <a:pt x="4202354" y="2079"/>
                    <a:pt x="4202354" y="4645"/>
                  </a:cubicBezTo>
                  <a:lnTo>
                    <a:pt x="4202354" y="240222"/>
                  </a:lnTo>
                  <a:cubicBezTo>
                    <a:pt x="4202354" y="241454"/>
                    <a:pt x="4201864" y="242635"/>
                    <a:pt x="4200994" y="243506"/>
                  </a:cubicBezTo>
                  <a:cubicBezTo>
                    <a:pt x="4200123" y="244377"/>
                    <a:pt x="4198941" y="244866"/>
                    <a:pt x="4197709" y="244866"/>
                  </a:cubicBezTo>
                  <a:lnTo>
                    <a:pt x="4645" y="244866"/>
                  </a:lnTo>
                  <a:cubicBezTo>
                    <a:pt x="2079" y="244866"/>
                    <a:pt x="0" y="242787"/>
                    <a:pt x="0" y="240222"/>
                  </a:cubicBezTo>
                  <a:lnTo>
                    <a:pt x="0" y="4645"/>
                  </a:lnTo>
                  <a:cubicBezTo>
                    <a:pt x="0" y="3413"/>
                    <a:pt x="489" y="2231"/>
                    <a:pt x="1360" y="1360"/>
                  </a:cubicBezTo>
                  <a:cubicBezTo>
                    <a:pt x="2231" y="489"/>
                    <a:pt x="3413" y="0"/>
                    <a:pt x="464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202354" cy="302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734431" y="3621284"/>
            <a:ext cx="2749706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Seleccione una categoría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665910" y="3676542"/>
            <a:ext cx="224997" cy="224997"/>
          </a:xfrm>
          <a:custGeom>
            <a:avLst/>
            <a:gdLst/>
            <a:ahLst/>
            <a:cxnLst/>
            <a:rect r="r" b="b" t="t" l="l"/>
            <a:pathLst>
              <a:path h="224997" w="224997">
                <a:moveTo>
                  <a:pt x="0" y="0"/>
                </a:moveTo>
                <a:lnTo>
                  <a:pt x="224996" y="0"/>
                </a:lnTo>
                <a:lnTo>
                  <a:pt x="224996" y="224996"/>
                </a:lnTo>
                <a:lnTo>
                  <a:pt x="0" y="22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4401936" y="5966115"/>
            <a:ext cx="11720913" cy="675080"/>
            <a:chOff x="0" y="0"/>
            <a:chExt cx="4221341" cy="2431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21342" cy="243133"/>
            </a:xfrm>
            <a:custGeom>
              <a:avLst/>
              <a:gdLst/>
              <a:ahLst/>
              <a:cxnLst/>
              <a:rect r="r" b="b" t="t" l="l"/>
              <a:pathLst>
                <a:path h="243133" w="4221342">
                  <a:moveTo>
                    <a:pt x="4624" y="0"/>
                  </a:moveTo>
                  <a:lnTo>
                    <a:pt x="4216718" y="0"/>
                  </a:lnTo>
                  <a:cubicBezTo>
                    <a:pt x="4217944" y="0"/>
                    <a:pt x="4219120" y="487"/>
                    <a:pt x="4219987" y="1354"/>
                  </a:cubicBezTo>
                  <a:cubicBezTo>
                    <a:pt x="4220854" y="2221"/>
                    <a:pt x="4221342" y="3397"/>
                    <a:pt x="4221342" y="4624"/>
                  </a:cubicBezTo>
                  <a:lnTo>
                    <a:pt x="4221342" y="238510"/>
                  </a:lnTo>
                  <a:cubicBezTo>
                    <a:pt x="4221342" y="239736"/>
                    <a:pt x="4220854" y="240912"/>
                    <a:pt x="4219987" y="241779"/>
                  </a:cubicBezTo>
                  <a:cubicBezTo>
                    <a:pt x="4219120" y="242646"/>
                    <a:pt x="4217944" y="243133"/>
                    <a:pt x="4216718" y="243133"/>
                  </a:cubicBezTo>
                  <a:lnTo>
                    <a:pt x="4624" y="243133"/>
                  </a:lnTo>
                  <a:cubicBezTo>
                    <a:pt x="3397" y="243133"/>
                    <a:pt x="2221" y="242646"/>
                    <a:pt x="1354" y="241779"/>
                  </a:cubicBezTo>
                  <a:cubicBezTo>
                    <a:pt x="487" y="240912"/>
                    <a:pt x="0" y="239736"/>
                    <a:pt x="0" y="238510"/>
                  </a:cubicBezTo>
                  <a:lnTo>
                    <a:pt x="0" y="4624"/>
                  </a:lnTo>
                  <a:cubicBezTo>
                    <a:pt x="0" y="3397"/>
                    <a:pt x="487" y="2221"/>
                    <a:pt x="1354" y="1354"/>
                  </a:cubicBezTo>
                  <a:cubicBezTo>
                    <a:pt x="2221" y="487"/>
                    <a:pt x="3397" y="0"/>
                    <a:pt x="4624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221341" cy="30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401936" y="7324374"/>
            <a:ext cx="8163482" cy="1700250"/>
            <a:chOff x="0" y="0"/>
            <a:chExt cx="2940116" cy="6123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40116" cy="612353"/>
            </a:xfrm>
            <a:custGeom>
              <a:avLst/>
              <a:gdLst/>
              <a:ahLst/>
              <a:cxnLst/>
              <a:rect r="r" b="b" t="t" l="l"/>
              <a:pathLst>
                <a:path h="612353" w="2940116">
                  <a:moveTo>
                    <a:pt x="6639" y="0"/>
                  </a:moveTo>
                  <a:lnTo>
                    <a:pt x="2933478" y="0"/>
                  </a:lnTo>
                  <a:cubicBezTo>
                    <a:pt x="2935238" y="0"/>
                    <a:pt x="2936927" y="699"/>
                    <a:pt x="2938172" y="1944"/>
                  </a:cubicBezTo>
                  <a:cubicBezTo>
                    <a:pt x="2939417" y="3189"/>
                    <a:pt x="2940116" y="4878"/>
                    <a:pt x="2940116" y="6639"/>
                  </a:cubicBezTo>
                  <a:lnTo>
                    <a:pt x="2940116" y="605714"/>
                  </a:lnTo>
                  <a:cubicBezTo>
                    <a:pt x="2940116" y="607475"/>
                    <a:pt x="2939417" y="609164"/>
                    <a:pt x="2938172" y="610409"/>
                  </a:cubicBezTo>
                  <a:cubicBezTo>
                    <a:pt x="2936927" y="611654"/>
                    <a:pt x="2935238" y="612353"/>
                    <a:pt x="2933478" y="612353"/>
                  </a:cubicBezTo>
                  <a:lnTo>
                    <a:pt x="6639" y="612353"/>
                  </a:lnTo>
                  <a:cubicBezTo>
                    <a:pt x="4878" y="612353"/>
                    <a:pt x="3189" y="611654"/>
                    <a:pt x="1944" y="610409"/>
                  </a:cubicBezTo>
                  <a:cubicBezTo>
                    <a:pt x="699" y="609164"/>
                    <a:pt x="0" y="607475"/>
                    <a:pt x="0" y="605714"/>
                  </a:cubicBezTo>
                  <a:lnTo>
                    <a:pt x="0" y="6639"/>
                  </a:lnTo>
                  <a:cubicBezTo>
                    <a:pt x="0" y="4878"/>
                    <a:pt x="699" y="3189"/>
                    <a:pt x="1944" y="1944"/>
                  </a:cubicBezTo>
                  <a:cubicBezTo>
                    <a:pt x="3189" y="699"/>
                    <a:pt x="4878" y="0"/>
                    <a:pt x="663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940116" cy="66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346581" y="1134349"/>
            <a:ext cx="271283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Datos del Producto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01936" y="1771863"/>
            <a:ext cx="3646323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del Producto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34745" y="2345423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del producto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85835" y="8526784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64876" y="8526784"/>
            <a:ext cx="222706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Producto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434175" y="3082015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01936" y="4360213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Stock Disponible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36553" y="5625465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Unitario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70251" y="6860271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94144" y="732013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Detalles del Producto...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10264" y="4115184"/>
            <a:ext cx="2825227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F51B5"/>
                </a:solidFill>
                <a:latin typeface="Poppins"/>
                <a:ea typeface="Poppins"/>
                <a:cs typeface="Poppins"/>
                <a:sym typeface="Poppins"/>
              </a:rPr>
              <a:t>Mobiliario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Decoración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Equipo Audiovisual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Vajilla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620295" y="4095730"/>
            <a:ext cx="3449833" cy="1415601"/>
            <a:chOff x="0" y="0"/>
            <a:chExt cx="1242474" cy="5098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42474" cy="509835"/>
            </a:xfrm>
            <a:custGeom>
              <a:avLst/>
              <a:gdLst/>
              <a:ahLst/>
              <a:cxnLst/>
              <a:rect r="r" b="b" t="t" l="l"/>
              <a:pathLst>
                <a:path h="509835" w="1242474">
                  <a:moveTo>
                    <a:pt x="15709" y="0"/>
                  </a:moveTo>
                  <a:lnTo>
                    <a:pt x="1226765" y="0"/>
                  </a:lnTo>
                  <a:cubicBezTo>
                    <a:pt x="1230931" y="0"/>
                    <a:pt x="1234926" y="1655"/>
                    <a:pt x="1237873" y="4601"/>
                  </a:cubicBezTo>
                  <a:cubicBezTo>
                    <a:pt x="1240819" y="7547"/>
                    <a:pt x="1242474" y="11543"/>
                    <a:pt x="1242474" y="15709"/>
                  </a:cubicBezTo>
                  <a:lnTo>
                    <a:pt x="1242474" y="494126"/>
                  </a:lnTo>
                  <a:cubicBezTo>
                    <a:pt x="1242474" y="502802"/>
                    <a:pt x="1235440" y="509835"/>
                    <a:pt x="1226765" y="509835"/>
                  </a:cubicBezTo>
                  <a:lnTo>
                    <a:pt x="15709" y="509835"/>
                  </a:lnTo>
                  <a:cubicBezTo>
                    <a:pt x="11543" y="509835"/>
                    <a:pt x="7547" y="508180"/>
                    <a:pt x="4601" y="505234"/>
                  </a:cubicBezTo>
                  <a:cubicBezTo>
                    <a:pt x="1655" y="502288"/>
                    <a:pt x="0" y="498292"/>
                    <a:pt x="0" y="494126"/>
                  </a:cubicBezTo>
                  <a:lnTo>
                    <a:pt x="0" y="15709"/>
                  </a:lnTo>
                  <a:cubicBezTo>
                    <a:pt x="0" y="7033"/>
                    <a:pt x="7033" y="0"/>
                    <a:pt x="15709" y="0"/>
                  </a:cubicBezTo>
                  <a:close/>
                </a:path>
              </a:pathLst>
            </a:custGeom>
            <a:solidFill>
              <a:srgbClr val="FFFFFF">
                <a:alpha val="23922"/>
              </a:srgbClr>
            </a:solidFill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242474" cy="566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4634745" y="6133671"/>
            <a:ext cx="2749706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$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406005" y="3815274"/>
            <a:ext cx="496297" cy="496297"/>
          </a:xfrm>
          <a:custGeom>
            <a:avLst/>
            <a:gdLst/>
            <a:ahLst/>
            <a:cxnLst/>
            <a:rect r="r" b="b" t="t" l="l"/>
            <a:pathLst>
              <a:path h="496297" w="496297">
                <a:moveTo>
                  <a:pt x="0" y="0"/>
                </a:moveTo>
                <a:lnTo>
                  <a:pt x="496297" y="0"/>
                </a:lnTo>
                <a:lnTo>
                  <a:pt x="496297" y="496297"/>
                </a:lnTo>
                <a:lnTo>
                  <a:pt x="0" y="496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360358" y="3060319"/>
            <a:ext cx="468608" cy="468608"/>
          </a:xfrm>
          <a:custGeom>
            <a:avLst/>
            <a:gdLst/>
            <a:ahLst/>
            <a:cxnLst/>
            <a:rect r="r" b="b" t="t" l="l"/>
            <a:pathLst>
              <a:path h="468608" w="468608">
                <a:moveTo>
                  <a:pt x="0" y="0"/>
                </a:moveTo>
                <a:lnTo>
                  <a:pt x="468609" y="0"/>
                </a:lnTo>
                <a:lnTo>
                  <a:pt x="468609" y="468609"/>
                </a:lnTo>
                <a:lnTo>
                  <a:pt x="0" y="4686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BF2F2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51127" y="260602"/>
            <a:ext cx="3647837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Nuevo Producto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401936" y="4768466"/>
            <a:ext cx="8408328" cy="719369"/>
            <a:chOff x="0" y="0"/>
            <a:chExt cx="3028298" cy="2590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28298" cy="259084"/>
            </a:xfrm>
            <a:custGeom>
              <a:avLst/>
              <a:gdLst/>
              <a:ahLst/>
              <a:cxnLst/>
              <a:rect r="r" b="b" t="t" l="l"/>
              <a:pathLst>
                <a:path h="259084" w="3028298">
                  <a:moveTo>
                    <a:pt x="6445" y="0"/>
                  </a:moveTo>
                  <a:lnTo>
                    <a:pt x="3021853" y="0"/>
                  </a:lnTo>
                  <a:cubicBezTo>
                    <a:pt x="3025413" y="0"/>
                    <a:pt x="3028298" y="2886"/>
                    <a:pt x="3028298" y="6445"/>
                  </a:cubicBezTo>
                  <a:lnTo>
                    <a:pt x="3028298" y="252639"/>
                  </a:lnTo>
                  <a:cubicBezTo>
                    <a:pt x="3028298" y="256198"/>
                    <a:pt x="3025413" y="259084"/>
                    <a:pt x="3021853" y="259084"/>
                  </a:cubicBezTo>
                  <a:lnTo>
                    <a:pt x="6445" y="259084"/>
                  </a:lnTo>
                  <a:cubicBezTo>
                    <a:pt x="2886" y="259084"/>
                    <a:pt x="0" y="256198"/>
                    <a:pt x="0" y="252639"/>
                  </a:cubicBezTo>
                  <a:lnTo>
                    <a:pt x="0" y="6445"/>
                  </a:lnTo>
                  <a:cubicBezTo>
                    <a:pt x="0" y="2886"/>
                    <a:pt x="2886" y="0"/>
                    <a:pt x="644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028298" cy="316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280737" y="1665349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401936" y="2212073"/>
            <a:ext cx="11668193" cy="719369"/>
            <a:chOff x="0" y="0"/>
            <a:chExt cx="4202354" cy="2590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2354" cy="259084"/>
            </a:xfrm>
            <a:custGeom>
              <a:avLst/>
              <a:gdLst/>
              <a:ahLst/>
              <a:cxnLst/>
              <a:rect r="r" b="b" t="t" l="l"/>
              <a:pathLst>
                <a:path h="259084" w="4202354">
                  <a:moveTo>
                    <a:pt x="4645" y="0"/>
                  </a:moveTo>
                  <a:lnTo>
                    <a:pt x="4197709" y="0"/>
                  </a:lnTo>
                  <a:cubicBezTo>
                    <a:pt x="4200275" y="0"/>
                    <a:pt x="4202354" y="2079"/>
                    <a:pt x="4202354" y="4645"/>
                  </a:cubicBezTo>
                  <a:lnTo>
                    <a:pt x="4202354" y="254439"/>
                  </a:lnTo>
                  <a:cubicBezTo>
                    <a:pt x="4202354" y="257005"/>
                    <a:pt x="4200275" y="259084"/>
                    <a:pt x="4197709" y="259084"/>
                  </a:cubicBezTo>
                  <a:lnTo>
                    <a:pt x="4645" y="259084"/>
                  </a:lnTo>
                  <a:cubicBezTo>
                    <a:pt x="3413" y="259084"/>
                    <a:pt x="2231" y="258595"/>
                    <a:pt x="1360" y="257724"/>
                  </a:cubicBezTo>
                  <a:cubicBezTo>
                    <a:pt x="489" y="256853"/>
                    <a:pt x="0" y="255671"/>
                    <a:pt x="0" y="254439"/>
                  </a:cubicBezTo>
                  <a:lnTo>
                    <a:pt x="0" y="4645"/>
                  </a:lnTo>
                  <a:cubicBezTo>
                    <a:pt x="0" y="3413"/>
                    <a:pt x="489" y="2231"/>
                    <a:pt x="1360" y="1360"/>
                  </a:cubicBezTo>
                  <a:cubicBezTo>
                    <a:pt x="2231" y="489"/>
                    <a:pt x="3413" y="0"/>
                    <a:pt x="464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202354" cy="316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10264" y="8405076"/>
            <a:ext cx="1694261" cy="619548"/>
            <a:chOff x="0" y="0"/>
            <a:chExt cx="446225" cy="163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562948" y="8405076"/>
            <a:ext cx="2442959" cy="619548"/>
            <a:chOff x="0" y="0"/>
            <a:chExt cx="643413" cy="1631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3413" cy="163173"/>
            </a:xfrm>
            <a:custGeom>
              <a:avLst/>
              <a:gdLst/>
              <a:ahLst/>
              <a:cxnLst/>
              <a:rect r="r" b="b" t="t" l="l"/>
              <a:pathLst>
                <a:path h="163173" w="643413">
                  <a:moveTo>
                    <a:pt x="15845" y="0"/>
                  </a:moveTo>
                  <a:lnTo>
                    <a:pt x="627568" y="0"/>
                  </a:lnTo>
                  <a:cubicBezTo>
                    <a:pt x="636319" y="0"/>
                    <a:pt x="643413" y="7094"/>
                    <a:pt x="643413" y="15845"/>
                  </a:cubicBezTo>
                  <a:lnTo>
                    <a:pt x="643413" y="147328"/>
                  </a:lnTo>
                  <a:cubicBezTo>
                    <a:pt x="643413" y="156079"/>
                    <a:pt x="636319" y="163173"/>
                    <a:pt x="627568" y="163173"/>
                  </a:cubicBezTo>
                  <a:lnTo>
                    <a:pt x="15845" y="163173"/>
                  </a:lnTo>
                  <a:cubicBezTo>
                    <a:pt x="7094" y="163173"/>
                    <a:pt x="0" y="156079"/>
                    <a:pt x="0" y="147328"/>
                  </a:cubicBezTo>
                  <a:lnTo>
                    <a:pt x="0" y="15845"/>
                  </a:lnTo>
                  <a:cubicBezTo>
                    <a:pt x="0" y="7094"/>
                    <a:pt x="7094" y="0"/>
                    <a:pt x="15845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4341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01936" y="3441715"/>
            <a:ext cx="11668193" cy="679892"/>
            <a:chOff x="0" y="0"/>
            <a:chExt cx="4202354" cy="2448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2354" cy="244866"/>
            </a:xfrm>
            <a:custGeom>
              <a:avLst/>
              <a:gdLst/>
              <a:ahLst/>
              <a:cxnLst/>
              <a:rect r="r" b="b" t="t" l="l"/>
              <a:pathLst>
                <a:path h="244866" w="4202354">
                  <a:moveTo>
                    <a:pt x="4645" y="0"/>
                  </a:moveTo>
                  <a:lnTo>
                    <a:pt x="4197709" y="0"/>
                  </a:lnTo>
                  <a:cubicBezTo>
                    <a:pt x="4200275" y="0"/>
                    <a:pt x="4202354" y="2079"/>
                    <a:pt x="4202354" y="4645"/>
                  </a:cubicBezTo>
                  <a:lnTo>
                    <a:pt x="4202354" y="240222"/>
                  </a:lnTo>
                  <a:cubicBezTo>
                    <a:pt x="4202354" y="241454"/>
                    <a:pt x="4201864" y="242635"/>
                    <a:pt x="4200994" y="243506"/>
                  </a:cubicBezTo>
                  <a:cubicBezTo>
                    <a:pt x="4200123" y="244377"/>
                    <a:pt x="4198941" y="244866"/>
                    <a:pt x="4197709" y="244866"/>
                  </a:cubicBezTo>
                  <a:lnTo>
                    <a:pt x="4645" y="244866"/>
                  </a:lnTo>
                  <a:cubicBezTo>
                    <a:pt x="2079" y="244866"/>
                    <a:pt x="0" y="242787"/>
                    <a:pt x="0" y="240222"/>
                  </a:cubicBezTo>
                  <a:lnTo>
                    <a:pt x="0" y="4645"/>
                  </a:lnTo>
                  <a:cubicBezTo>
                    <a:pt x="0" y="3413"/>
                    <a:pt x="489" y="2231"/>
                    <a:pt x="1360" y="1360"/>
                  </a:cubicBezTo>
                  <a:cubicBezTo>
                    <a:pt x="2231" y="489"/>
                    <a:pt x="3413" y="0"/>
                    <a:pt x="464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202354" cy="302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734431" y="3621284"/>
            <a:ext cx="2749706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Seleccione una categoría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665910" y="3676542"/>
            <a:ext cx="224997" cy="224997"/>
          </a:xfrm>
          <a:custGeom>
            <a:avLst/>
            <a:gdLst/>
            <a:ahLst/>
            <a:cxnLst/>
            <a:rect r="r" b="b" t="t" l="l"/>
            <a:pathLst>
              <a:path h="224997" w="224997">
                <a:moveTo>
                  <a:pt x="0" y="0"/>
                </a:moveTo>
                <a:lnTo>
                  <a:pt x="224996" y="0"/>
                </a:lnTo>
                <a:lnTo>
                  <a:pt x="224996" y="224996"/>
                </a:lnTo>
                <a:lnTo>
                  <a:pt x="0" y="22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401936" y="5966115"/>
            <a:ext cx="11720913" cy="675080"/>
            <a:chOff x="0" y="0"/>
            <a:chExt cx="4221341" cy="2431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21342" cy="243133"/>
            </a:xfrm>
            <a:custGeom>
              <a:avLst/>
              <a:gdLst/>
              <a:ahLst/>
              <a:cxnLst/>
              <a:rect r="r" b="b" t="t" l="l"/>
              <a:pathLst>
                <a:path h="243133" w="4221342">
                  <a:moveTo>
                    <a:pt x="4624" y="0"/>
                  </a:moveTo>
                  <a:lnTo>
                    <a:pt x="4216718" y="0"/>
                  </a:lnTo>
                  <a:cubicBezTo>
                    <a:pt x="4217944" y="0"/>
                    <a:pt x="4219120" y="487"/>
                    <a:pt x="4219987" y="1354"/>
                  </a:cubicBezTo>
                  <a:cubicBezTo>
                    <a:pt x="4220854" y="2221"/>
                    <a:pt x="4221342" y="3397"/>
                    <a:pt x="4221342" y="4624"/>
                  </a:cubicBezTo>
                  <a:lnTo>
                    <a:pt x="4221342" y="238510"/>
                  </a:lnTo>
                  <a:cubicBezTo>
                    <a:pt x="4221342" y="239736"/>
                    <a:pt x="4220854" y="240912"/>
                    <a:pt x="4219987" y="241779"/>
                  </a:cubicBezTo>
                  <a:cubicBezTo>
                    <a:pt x="4219120" y="242646"/>
                    <a:pt x="4217944" y="243133"/>
                    <a:pt x="4216718" y="243133"/>
                  </a:cubicBezTo>
                  <a:lnTo>
                    <a:pt x="4624" y="243133"/>
                  </a:lnTo>
                  <a:cubicBezTo>
                    <a:pt x="3397" y="243133"/>
                    <a:pt x="2221" y="242646"/>
                    <a:pt x="1354" y="241779"/>
                  </a:cubicBezTo>
                  <a:cubicBezTo>
                    <a:pt x="487" y="240912"/>
                    <a:pt x="0" y="239736"/>
                    <a:pt x="0" y="238510"/>
                  </a:cubicBezTo>
                  <a:lnTo>
                    <a:pt x="0" y="4624"/>
                  </a:lnTo>
                  <a:cubicBezTo>
                    <a:pt x="0" y="3397"/>
                    <a:pt x="487" y="2221"/>
                    <a:pt x="1354" y="1354"/>
                  </a:cubicBezTo>
                  <a:cubicBezTo>
                    <a:pt x="2221" y="487"/>
                    <a:pt x="3397" y="0"/>
                    <a:pt x="4624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221341" cy="30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401936" y="7324374"/>
            <a:ext cx="8163482" cy="1700250"/>
            <a:chOff x="0" y="0"/>
            <a:chExt cx="2940116" cy="6123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40116" cy="612353"/>
            </a:xfrm>
            <a:custGeom>
              <a:avLst/>
              <a:gdLst/>
              <a:ahLst/>
              <a:cxnLst/>
              <a:rect r="r" b="b" t="t" l="l"/>
              <a:pathLst>
                <a:path h="612353" w="2940116">
                  <a:moveTo>
                    <a:pt x="6639" y="0"/>
                  </a:moveTo>
                  <a:lnTo>
                    <a:pt x="2933478" y="0"/>
                  </a:lnTo>
                  <a:cubicBezTo>
                    <a:pt x="2935238" y="0"/>
                    <a:pt x="2936927" y="699"/>
                    <a:pt x="2938172" y="1944"/>
                  </a:cubicBezTo>
                  <a:cubicBezTo>
                    <a:pt x="2939417" y="3189"/>
                    <a:pt x="2940116" y="4878"/>
                    <a:pt x="2940116" y="6639"/>
                  </a:cubicBezTo>
                  <a:lnTo>
                    <a:pt x="2940116" y="605714"/>
                  </a:lnTo>
                  <a:cubicBezTo>
                    <a:pt x="2940116" y="607475"/>
                    <a:pt x="2939417" y="609164"/>
                    <a:pt x="2938172" y="610409"/>
                  </a:cubicBezTo>
                  <a:cubicBezTo>
                    <a:pt x="2936927" y="611654"/>
                    <a:pt x="2935238" y="612353"/>
                    <a:pt x="2933478" y="612353"/>
                  </a:cubicBezTo>
                  <a:lnTo>
                    <a:pt x="6639" y="612353"/>
                  </a:lnTo>
                  <a:cubicBezTo>
                    <a:pt x="4878" y="612353"/>
                    <a:pt x="3189" y="611654"/>
                    <a:pt x="1944" y="610409"/>
                  </a:cubicBezTo>
                  <a:cubicBezTo>
                    <a:pt x="699" y="609164"/>
                    <a:pt x="0" y="607475"/>
                    <a:pt x="0" y="605714"/>
                  </a:cubicBezTo>
                  <a:lnTo>
                    <a:pt x="0" y="6639"/>
                  </a:lnTo>
                  <a:cubicBezTo>
                    <a:pt x="0" y="4878"/>
                    <a:pt x="699" y="3189"/>
                    <a:pt x="1944" y="1944"/>
                  </a:cubicBezTo>
                  <a:cubicBezTo>
                    <a:pt x="3189" y="699"/>
                    <a:pt x="4878" y="0"/>
                    <a:pt x="663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940116" cy="66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346581" y="1134349"/>
            <a:ext cx="271283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Datos del Producto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01936" y="1771863"/>
            <a:ext cx="3646323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del Producto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34745" y="2345423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del producto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85835" y="8526784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64876" y="8526784"/>
            <a:ext cx="222706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Producto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34175" y="3082015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01936" y="4360213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Stock Disponible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36553" y="5625465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Unitario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470251" y="6860271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694144" y="732013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Detalles del Producto...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34745" y="6133671"/>
            <a:ext cx="2749706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$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7424509" y="3128342"/>
            <a:ext cx="6804444" cy="4207755"/>
            <a:chOff x="0" y="0"/>
            <a:chExt cx="1792117" cy="110821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92117" cy="1108215"/>
            </a:xfrm>
            <a:custGeom>
              <a:avLst/>
              <a:gdLst/>
              <a:ahLst/>
              <a:cxnLst/>
              <a:rect r="r" b="b" t="t" l="l"/>
              <a:pathLst>
                <a:path h="1108215" w="1792117">
                  <a:moveTo>
                    <a:pt x="0" y="0"/>
                  </a:moveTo>
                  <a:lnTo>
                    <a:pt x="1792117" y="0"/>
                  </a:lnTo>
                  <a:lnTo>
                    <a:pt x="1792117" y="1108215"/>
                  </a:lnTo>
                  <a:lnTo>
                    <a:pt x="0" y="1108215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  <a:ln w="19050" cap="sq">
              <a:solidFill>
                <a:srgbClr val="D2D2D2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792117" cy="1165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0009314" y="3989347"/>
            <a:ext cx="1358643" cy="1358643"/>
          </a:xfrm>
          <a:custGeom>
            <a:avLst/>
            <a:gdLst/>
            <a:ahLst/>
            <a:cxnLst/>
            <a:rect r="r" b="b" t="t" l="l"/>
            <a:pathLst>
              <a:path h="1358643" w="1358643">
                <a:moveTo>
                  <a:pt x="0" y="0"/>
                </a:moveTo>
                <a:lnTo>
                  <a:pt x="1358643" y="0"/>
                </a:lnTo>
                <a:lnTo>
                  <a:pt x="1358643" y="1358643"/>
                </a:lnTo>
                <a:lnTo>
                  <a:pt x="0" y="135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9224269" y="5480365"/>
            <a:ext cx="320492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F51B5"/>
                </a:solidFill>
                <a:latin typeface="Poppins"/>
                <a:ea typeface="Poppins"/>
                <a:cs typeface="Poppins"/>
                <a:sym typeface="Poppins"/>
              </a:rPr>
              <a:t>Producto Añadido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718949" y="6334441"/>
            <a:ext cx="2266518" cy="619548"/>
            <a:chOff x="0" y="0"/>
            <a:chExt cx="596943" cy="16317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369448" y="6456149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EB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406005" y="3815274"/>
            <a:ext cx="496297" cy="496297"/>
          </a:xfrm>
          <a:custGeom>
            <a:avLst/>
            <a:gdLst/>
            <a:ahLst/>
            <a:cxnLst/>
            <a:rect r="r" b="b" t="t" l="l"/>
            <a:pathLst>
              <a:path h="496297" w="496297">
                <a:moveTo>
                  <a:pt x="0" y="0"/>
                </a:moveTo>
                <a:lnTo>
                  <a:pt x="496297" y="0"/>
                </a:lnTo>
                <a:lnTo>
                  <a:pt x="496297" y="496297"/>
                </a:lnTo>
                <a:lnTo>
                  <a:pt x="0" y="496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360358" y="3060319"/>
            <a:ext cx="468608" cy="468608"/>
          </a:xfrm>
          <a:custGeom>
            <a:avLst/>
            <a:gdLst/>
            <a:ahLst/>
            <a:cxnLst/>
            <a:rect r="r" b="b" t="t" l="l"/>
            <a:pathLst>
              <a:path h="468608" w="468608">
                <a:moveTo>
                  <a:pt x="0" y="0"/>
                </a:moveTo>
                <a:lnTo>
                  <a:pt x="468609" y="0"/>
                </a:lnTo>
                <a:lnTo>
                  <a:pt x="468609" y="468609"/>
                </a:lnTo>
                <a:lnTo>
                  <a:pt x="0" y="4686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BF2F2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463453" y="6487617"/>
            <a:ext cx="4987767" cy="517216"/>
            <a:chOff x="0" y="0"/>
            <a:chExt cx="1796368" cy="1862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96368" cy="186278"/>
            </a:xfrm>
            <a:custGeom>
              <a:avLst/>
              <a:gdLst/>
              <a:ahLst/>
              <a:cxnLst/>
              <a:rect r="r" b="b" t="t" l="l"/>
              <a:pathLst>
                <a:path h="186278" w="1796368">
                  <a:moveTo>
                    <a:pt x="10865" y="0"/>
                  </a:moveTo>
                  <a:lnTo>
                    <a:pt x="1785502" y="0"/>
                  </a:lnTo>
                  <a:cubicBezTo>
                    <a:pt x="1788384" y="0"/>
                    <a:pt x="1791148" y="1145"/>
                    <a:pt x="1793185" y="3182"/>
                  </a:cubicBezTo>
                  <a:cubicBezTo>
                    <a:pt x="1795223" y="5220"/>
                    <a:pt x="1796368" y="7984"/>
                    <a:pt x="1796368" y="10865"/>
                  </a:cubicBezTo>
                  <a:lnTo>
                    <a:pt x="1796368" y="175413"/>
                  </a:lnTo>
                  <a:cubicBezTo>
                    <a:pt x="1796368" y="178294"/>
                    <a:pt x="1795223" y="181058"/>
                    <a:pt x="1793185" y="183095"/>
                  </a:cubicBezTo>
                  <a:cubicBezTo>
                    <a:pt x="1791148" y="185133"/>
                    <a:pt x="1788384" y="186278"/>
                    <a:pt x="1785502" y="186278"/>
                  </a:cubicBezTo>
                  <a:lnTo>
                    <a:pt x="10865" y="186278"/>
                  </a:lnTo>
                  <a:cubicBezTo>
                    <a:pt x="7984" y="186278"/>
                    <a:pt x="5220" y="185133"/>
                    <a:pt x="3182" y="183095"/>
                  </a:cubicBezTo>
                  <a:cubicBezTo>
                    <a:pt x="1145" y="181058"/>
                    <a:pt x="0" y="178294"/>
                    <a:pt x="0" y="175413"/>
                  </a:cubicBezTo>
                  <a:lnTo>
                    <a:pt x="0" y="10865"/>
                  </a:lnTo>
                  <a:cubicBezTo>
                    <a:pt x="0" y="7984"/>
                    <a:pt x="1145" y="5220"/>
                    <a:pt x="3182" y="3182"/>
                  </a:cubicBezTo>
                  <a:cubicBezTo>
                    <a:pt x="5220" y="1145"/>
                    <a:pt x="7984" y="0"/>
                    <a:pt x="1086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796368" cy="24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3911151" y="1058494"/>
            <a:ext cx="13266269" cy="1768838"/>
            <a:chOff x="0" y="0"/>
            <a:chExt cx="3493997" cy="4658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93997" cy="465867"/>
            </a:xfrm>
            <a:custGeom>
              <a:avLst/>
              <a:gdLst/>
              <a:ahLst/>
              <a:cxnLst/>
              <a:rect r="r" b="b" t="t" l="l"/>
              <a:pathLst>
                <a:path h="465867" w="3493997">
                  <a:moveTo>
                    <a:pt x="15173" y="0"/>
                  </a:moveTo>
                  <a:lnTo>
                    <a:pt x="3478824" y="0"/>
                  </a:lnTo>
                  <a:cubicBezTo>
                    <a:pt x="3482848" y="0"/>
                    <a:pt x="3486707" y="1599"/>
                    <a:pt x="3489553" y="4444"/>
                  </a:cubicBezTo>
                  <a:cubicBezTo>
                    <a:pt x="3492398" y="7290"/>
                    <a:pt x="3493997" y="11149"/>
                    <a:pt x="3493997" y="15173"/>
                  </a:cubicBezTo>
                  <a:lnTo>
                    <a:pt x="3493997" y="450694"/>
                  </a:lnTo>
                  <a:cubicBezTo>
                    <a:pt x="3493997" y="454718"/>
                    <a:pt x="3492398" y="458577"/>
                    <a:pt x="3489553" y="461423"/>
                  </a:cubicBezTo>
                  <a:cubicBezTo>
                    <a:pt x="3486707" y="464268"/>
                    <a:pt x="3482848" y="465867"/>
                    <a:pt x="3478824" y="465867"/>
                  </a:cubicBezTo>
                  <a:lnTo>
                    <a:pt x="15173" y="465867"/>
                  </a:lnTo>
                  <a:cubicBezTo>
                    <a:pt x="11149" y="465867"/>
                    <a:pt x="7290" y="464268"/>
                    <a:pt x="4444" y="461423"/>
                  </a:cubicBezTo>
                  <a:cubicBezTo>
                    <a:pt x="1599" y="458577"/>
                    <a:pt x="0" y="454718"/>
                    <a:pt x="0" y="450694"/>
                  </a:cubicBezTo>
                  <a:lnTo>
                    <a:pt x="0" y="15173"/>
                  </a:lnTo>
                  <a:cubicBezTo>
                    <a:pt x="0" y="11149"/>
                    <a:pt x="1599" y="7290"/>
                    <a:pt x="4444" y="4444"/>
                  </a:cubicBezTo>
                  <a:cubicBezTo>
                    <a:pt x="7290" y="1599"/>
                    <a:pt x="11149" y="0"/>
                    <a:pt x="15173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493997" cy="52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828737" y="336062"/>
            <a:ext cx="2430563" cy="603572"/>
            <a:chOff x="0" y="0"/>
            <a:chExt cx="640148" cy="1589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0148" cy="158965"/>
            </a:xfrm>
            <a:custGeom>
              <a:avLst/>
              <a:gdLst/>
              <a:ahLst/>
              <a:cxnLst/>
              <a:rect r="r" b="b" t="t" l="l"/>
              <a:pathLst>
                <a:path h="158965" w="640148">
                  <a:moveTo>
                    <a:pt x="15926" y="0"/>
                  </a:moveTo>
                  <a:lnTo>
                    <a:pt x="624222" y="0"/>
                  </a:lnTo>
                  <a:cubicBezTo>
                    <a:pt x="628446" y="0"/>
                    <a:pt x="632497" y="1678"/>
                    <a:pt x="635484" y="4665"/>
                  </a:cubicBezTo>
                  <a:cubicBezTo>
                    <a:pt x="638470" y="7651"/>
                    <a:pt x="640148" y="11702"/>
                    <a:pt x="640148" y="15926"/>
                  </a:cubicBezTo>
                  <a:lnTo>
                    <a:pt x="640148" y="143039"/>
                  </a:lnTo>
                  <a:cubicBezTo>
                    <a:pt x="640148" y="147263"/>
                    <a:pt x="638470" y="151314"/>
                    <a:pt x="635484" y="154301"/>
                  </a:cubicBezTo>
                  <a:cubicBezTo>
                    <a:pt x="632497" y="157288"/>
                    <a:pt x="628446" y="158965"/>
                    <a:pt x="624222" y="158965"/>
                  </a:cubicBezTo>
                  <a:lnTo>
                    <a:pt x="15926" y="158965"/>
                  </a:lnTo>
                  <a:cubicBezTo>
                    <a:pt x="11702" y="158965"/>
                    <a:pt x="7651" y="157288"/>
                    <a:pt x="4665" y="154301"/>
                  </a:cubicBezTo>
                  <a:cubicBezTo>
                    <a:pt x="1678" y="151314"/>
                    <a:pt x="0" y="147263"/>
                    <a:pt x="0" y="143039"/>
                  </a:cubicBezTo>
                  <a:lnTo>
                    <a:pt x="0" y="15926"/>
                  </a:lnTo>
                  <a:cubicBezTo>
                    <a:pt x="0" y="11702"/>
                    <a:pt x="1678" y="7651"/>
                    <a:pt x="4665" y="4665"/>
                  </a:cubicBezTo>
                  <a:cubicBezTo>
                    <a:pt x="7651" y="1678"/>
                    <a:pt x="11702" y="0"/>
                    <a:pt x="15926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640148" cy="216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6" id="36"/>
          <p:cNvSpPr/>
          <p:nvPr/>
        </p:nvSpPr>
        <p:spPr>
          <a:xfrm>
            <a:off x="4036262" y="1582711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4086915" y="1744973"/>
            <a:ext cx="11411800" cy="744017"/>
            <a:chOff x="0" y="0"/>
            <a:chExt cx="3005577" cy="1959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05577" cy="195955"/>
            </a:xfrm>
            <a:custGeom>
              <a:avLst/>
              <a:gdLst/>
              <a:ahLst/>
              <a:cxnLst/>
              <a:rect r="r" b="b" t="t" l="l"/>
              <a:pathLst>
                <a:path h="195955" w="3005577">
                  <a:moveTo>
                    <a:pt x="4749" y="0"/>
                  </a:moveTo>
                  <a:lnTo>
                    <a:pt x="3000828" y="0"/>
                  </a:lnTo>
                  <a:cubicBezTo>
                    <a:pt x="3003451" y="0"/>
                    <a:pt x="3005577" y="2126"/>
                    <a:pt x="3005577" y="4749"/>
                  </a:cubicBezTo>
                  <a:lnTo>
                    <a:pt x="3005577" y="191206"/>
                  </a:lnTo>
                  <a:cubicBezTo>
                    <a:pt x="3005577" y="193829"/>
                    <a:pt x="3003451" y="195955"/>
                    <a:pt x="3000828" y="195955"/>
                  </a:cubicBezTo>
                  <a:lnTo>
                    <a:pt x="4749" y="195955"/>
                  </a:lnTo>
                  <a:cubicBezTo>
                    <a:pt x="2126" y="195955"/>
                    <a:pt x="0" y="193829"/>
                    <a:pt x="0" y="191206"/>
                  </a:cubicBezTo>
                  <a:lnTo>
                    <a:pt x="0" y="4749"/>
                  </a:lnTo>
                  <a:cubicBezTo>
                    <a:pt x="0" y="2126"/>
                    <a:pt x="2126" y="0"/>
                    <a:pt x="474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3005577" cy="253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822851" y="1744973"/>
            <a:ext cx="2003652" cy="734492"/>
            <a:chOff x="0" y="0"/>
            <a:chExt cx="527711" cy="19344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7711" cy="193447"/>
            </a:xfrm>
            <a:custGeom>
              <a:avLst/>
              <a:gdLst/>
              <a:ahLst/>
              <a:cxnLst/>
              <a:rect r="r" b="b" t="t" l="l"/>
              <a:pathLst>
                <a:path h="193447" w="527711">
                  <a:moveTo>
                    <a:pt x="19320" y="0"/>
                  </a:moveTo>
                  <a:lnTo>
                    <a:pt x="508391" y="0"/>
                  </a:lnTo>
                  <a:cubicBezTo>
                    <a:pt x="513515" y="0"/>
                    <a:pt x="518429" y="2035"/>
                    <a:pt x="522052" y="5659"/>
                  </a:cubicBezTo>
                  <a:cubicBezTo>
                    <a:pt x="525675" y="9282"/>
                    <a:pt x="527711" y="14196"/>
                    <a:pt x="527711" y="19320"/>
                  </a:cubicBezTo>
                  <a:lnTo>
                    <a:pt x="527711" y="174127"/>
                  </a:lnTo>
                  <a:cubicBezTo>
                    <a:pt x="527711" y="184797"/>
                    <a:pt x="519061" y="193447"/>
                    <a:pt x="508391" y="193447"/>
                  </a:cubicBezTo>
                  <a:lnTo>
                    <a:pt x="19320" y="193447"/>
                  </a:lnTo>
                  <a:cubicBezTo>
                    <a:pt x="8650" y="193447"/>
                    <a:pt x="0" y="184797"/>
                    <a:pt x="0" y="174127"/>
                  </a:cubicBezTo>
                  <a:lnTo>
                    <a:pt x="0" y="19320"/>
                  </a:lnTo>
                  <a:cubicBezTo>
                    <a:pt x="0" y="8650"/>
                    <a:pt x="8650" y="0"/>
                    <a:pt x="19320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527711" cy="250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5093294" y="1886548"/>
            <a:ext cx="405421" cy="405421"/>
          </a:xfrm>
          <a:custGeom>
            <a:avLst/>
            <a:gdLst/>
            <a:ahLst/>
            <a:cxnLst/>
            <a:rect r="r" b="b" t="t" l="l"/>
            <a:pathLst>
              <a:path h="405421" w="405421">
                <a:moveTo>
                  <a:pt x="0" y="0"/>
                </a:moveTo>
                <a:lnTo>
                  <a:pt x="405421" y="0"/>
                </a:lnTo>
                <a:lnTo>
                  <a:pt x="405421" y="405420"/>
                </a:lnTo>
                <a:lnTo>
                  <a:pt x="0" y="4054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>
            <a:off x="3958881" y="6049978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4156233" y="6505260"/>
            <a:ext cx="4987767" cy="517216"/>
            <a:chOff x="0" y="0"/>
            <a:chExt cx="1796368" cy="1862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96368" cy="186278"/>
            </a:xfrm>
            <a:custGeom>
              <a:avLst/>
              <a:gdLst/>
              <a:ahLst/>
              <a:cxnLst/>
              <a:rect r="r" b="b" t="t" l="l"/>
              <a:pathLst>
                <a:path h="186278" w="1796368">
                  <a:moveTo>
                    <a:pt x="10865" y="0"/>
                  </a:moveTo>
                  <a:lnTo>
                    <a:pt x="1785502" y="0"/>
                  </a:lnTo>
                  <a:cubicBezTo>
                    <a:pt x="1788384" y="0"/>
                    <a:pt x="1791148" y="1145"/>
                    <a:pt x="1793185" y="3182"/>
                  </a:cubicBezTo>
                  <a:cubicBezTo>
                    <a:pt x="1795223" y="5220"/>
                    <a:pt x="1796368" y="7984"/>
                    <a:pt x="1796368" y="10865"/>
                  </a:cubicBezTo>
                  <a:lnTo>
                    <a:pt x="1796368" y="175413"/>
                  </a:lnTo>
                  <a:cubicBezTo>
                    <a:pt x="1796368" y="178294"/>
                    <a:pt x="1795223" y="181058"/>
                    <a:pt x="1793185" y="183095"/>
                  </a:cubicBezTo>
                  <a:cubicBezTo>
                    <a:pt x="1791148" y="185133"/>
                    <a:pt x="1788384" y="186278"/>
                    <a:pt x="1785502" y="186278"/>
                  </a:cubicBezTo>
                  <a:lnTo>
                    <a:pt x="10865" y="186278"/>
                  </a:lnTo>
                  <a:cubicBezTo>
                    <a:pt x="7984" y="186278"/>
                    <a:pt x="5220" y="185133"/>
                    <a:pt x="3182" y="183095"/>
                  </a:cubicBezTo>
                  <a:cubicBezTo>
                    <a:pt x="1145" y="181058"/>
                    <a:pt x="0" y="178294"/>
                    <a:pt x="0" y="175413"/>
                  </a:cubicBezTo>
                  <a:lnTo>
                    <a:pt x="0" y="10865"/>
                  </a:lnTo>
                  <a:cubicBezTo>
                    <a:pt x="0" y="7984"/>
                    <a:pt x="1145" y="5220"/>
                    <a:pt x="3182" y="3182"/>
                  </a:cubicBezTo>
                  <a:cubicBezTo>
                    <a:pt x="5220" y="1145"/>
                    <a:pt x="7984" y="0"/>
                    <a:pt x="1086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796368" cy="24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639479" y="9224501"/>
            <a:ext cx="1694261" cy="619548"/>
            <a:chOff x="0" y="0"/>
            <a:chExt cx="446225" cy="1631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392164" y="9224501"/>
            <a:ext cx="2266518" cy="619548"/>
            <a:chOff x="0" y="0"/>
            <a:chExt cx="596943" cy="16317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068406" y="8630568"/>
            <a:ext cx="8163482" cy="1213481"/>
            <a:chOff x="0" y="0"/>
            <a:chExt cx="2940116" cy="43704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40116" cy="437041"/>
            </a:xfrm>
            <a:custGeom>
              <a:avLst/>
              <a:gdLst/>
              <a:ahLst/>
              <a:cxnLst/>
              <a:rect r="r" b="b" t="t" l="l"/>
              <a:pathLst>
                <a:path h="437041" w="2940116">
                  <a:moveTo>
                    <a:pt x="6639" y="0"/>
                  </a:moveTo>
                  <a:lnTo>
                    <a:pt x="2933478" y="0"/>
                  </a:lnTo>
                  <a:cubicBezTo>
                    <a:pt x="2935238" y="0"/>
                    <a:pt x="2936927" y="699"/>
                    <a:pt x="2938172" y="1944"/>
                  </a:cubicBezTo>
                  <a:cubicBezTo>
                    <a:pt x="2939417" y="3189"/>
                    <a:pt x="2940116" y="4878"/>
                    <a:pt x="2940116" y="6639"/>
                  </a:cubicBezTo>
                  <a:lnTo>
                    <a:pt x="2940116" y="430402"/>
                  </a:lnTo>
                  <a:cubicBezTo>
                    <a:pt x="2940116" y="432163"/>
                    <a:pt x="2939417" y="433852"/>
                    <a:pt x="2938172" y="435097"/>
                  </a:cubicBezTo>
                  <a:cubicBezTo>
                    <a:pt x="2936927" y="436341"/>
                    <a:pt x="2935238" y="437041"/>
                    <a:pt x="2933478" y="437041"/>
                  </a:cubicBezTo>
                  <a:lnTo>
                    <a:pt x="6639" y="437041"/>
                  </a:lnTo>
                  <a:cubicBezTo>
                    <a:pt x="4878" y="437041"/>
                    <a:pt x="3189" y="436341"/>
                    <a:pt x="1944" y="435097"/>
                  </a:cubicBezTo>
                  <a:cubicBezTo>
                    <a:pt x="699" y="433852"/>
                    <a:pt x="0" y="432163"/>
                    <a:pt x="0" y="430402"/>
                  </a:cubicBezTo>
                  <a:lnTo>
                    <a:pt x="0" y="6639"/>
                  </a:lnTo>
                  <a:cubicBezTo>
                    <a:pt x="0" y="4878"/>
                    <a:pt x="699" y="3189"/>
                    <a:pt x="1944" y="1944"/>
                  </a:cubicBezTo>
                  <a:cubicBezTo>
                    <a:pt x="3189" y="699"/>
                    <a:pt x="4878" y="0"/>
                    <a:pt x="663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2940116" cy="494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911151" y="2926937"/>
            <a:ext cx="13266269" cy="2388013"/>
            <a:chOff x="0" y="0"/>
            <a:chExt cx="3493997" cy="62894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93997" cy="628942"/>
            </a:xfrm>
            <a:custGeom>
              <a:avLst/>
              <a:gdLst/>
              <a:ahLst/>
              <a:cxnLst/>
              <a:rect r="r" b="b" t="t" l="l"/>
              <a:pathLst>
                <a:path h="628942" w="3493997">
                  <a:moveTo>
                    <a:pt x="15173" y="0"/>
                  </a:moveTo>
                  <a:lnTo>
                    <a:pt x="3478824" y="0"/>
                  </a:lnTo>
                  <a:cubicBezTo>
                    <a:pt x="3482848" y="0"/>
                    <a:pt x="3486707" y="1599"/>
                    <a:pt x="3489553" y="4444"/>
                  </a:cubicBezTo>
                  <a:cubicBezTo>
                    <a:pt x="3492398" y="7290"/>
                    <a:pt x="3493997" y="11149"/>
                    <a:pt x="3493997" y="15173"/>
                  </a:cubicBezTo>
                  <a:lnTo>
                    <a:pt x="3493997" y="613769"/>
                  </a:lnTo>
                  <a:cubicBezTo>
                    <a:pt x="3493997" y="617793"/>
                    <a:pt x="3492398" y="621652"/>
                    <a:pt x="3489553" y="624498"/>
                  </a:cubicBezTo>
                  <a:cubicBezTo>
                    <a:pt x="3486707" y="627343"/>
                    <a:pt x="3482848" y="628942"/>
                    <a:pt x="3478824" y="628942"/>
                  </a:cubicBezTo>
                  <a:lnTo>
                    <a:pt x="15173" y="628942"/>
                  </a:lnTo>
                  <a:cubicBezTo>
                    <a:pt x="11149" y="628942"/>
                    <a:pt x="7290" y="627343"/>
                    <a:pt x="4444" y="624498"/>
                  </a:cubicBezTo>
                  <a:cubicBezTo>
                    <a:pt x="1599" y="621652"/>
                    <a:pt x="0" y="617793"/>
                    <a:pt x="0" y="613769"/>
                  </a:cubicBezTo>
                  <a:lnTo>
                    <a:pt x="0" y="15173"/>
                  </a:lnTo>
                  <a:cubicBezTo>
                    <a:pt x="0" y="11149"/>
                    <a:pt x="1599" y="7290"/>
                    <a:pt x="4444" y="4444"/>
                  </a:cubicBezTo>
                  <a:cubicBezTo>
                    <a:pt x="7290" y="1599"/>
                    <a:pt x="11149" y="0"/>
                    <a:pt x="15173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3493997" cy="686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290992" y="3018136"/>
            <a:ext cx="1563880" cy="567432"/>
            <a:chOff x="0" y="0"/>
            <a:chExt cx="413609" cy="1500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3609" cy="150072"/>
            </a:xfrm>
            <a:custGeom>
              <a:avLst/>
              <a:gdLst/>
              <a:ahLst/>
              <a:cxnLst/>
              <a:rect r="r" b="b" t="t" l="l"/>
              <a:pathLst>
                <a:path h="150072" w="413609">
                  <a:moveTo>
                    <a:pt x="24752" y="0"/>
                  </a:moveTo>
                  <a:lnTo>
                    <a:pt x="388857" y="0"/>
                  </a:lnTo>
                  <a:cubicBezTo>
                    <a:pt x="402528" y="0"/>
                    <a:pt x="413609" y="11082"/>
                    <a:pt x="413609" y="24752"/>
                  </a:cubicBezTo>
                  <a:lnTo>
                    <a:pt x="413609" y="125320"/>
                  </a:lnTo>
                  <a:cubicBezTo>
                    <a:pt x="413609" y="131885"/>
                    <a:pt x="411002" y="138181"/>
                    <a:pt x="406360" y="142823"/>
                  </a:cubicBezTo>
                  <a:cubicBezTo>
                    <a:pt x="401718" y="147465"/>
                    <a:pt x="395422" y="150072"/>
                    <a:pt x="388857" y="150072"/>
                  </a:cubicBezTo>
                  <a:lnTo>
                    <a:pt x="24752" y="150072"/>
                  </a:lnTo>
                  <a:cubicBezTo>
                    <a:pt x="11082" y="150072"/>
                    <a:pt x="0" y="138990"/>
                    <a:pt x="0" y="125320"/>
                  </a:cubicBezTo>
                  <a:lnTo>
                    <a:pt x="0" y="24752"/>
                  </a:lnTo>
                  <a:cubicBezTo>
                    <a:pt x="0" y="18188"/>
                    <a:pt x="2608" y="11892"/>
                    <a:pt x="7250" y="7250"/>
                  </a:cubicBezTo>
                  <a:cubicBezTo>
                    <a:pt x="11892" y="2608"/>
                    <a:pt x="18188" y="0"/>
                    <a:pt x="24752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413609" cy="207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3" id="63"/>
          <p:cNvSpPr/>
          <p:nvPr/>
        </p:nvSpPr>
        <p:spPr>
          <a:xfrm>
            <a:off x="3984296" y="3652243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17034590" y="3484085"/>
            <a:ext cx="0" cy="1581522"/>
          </a:xfrm>
          <a:prstGeom prst="line">
            <a:avLst/>
          </a:prstGeom>
          <a:ln cap="rnd" w="57150">
            <a:solidFill>
              <a:srgbClr val="A7A5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3984341" y="4082607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3958926" y="4655935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7" id="67"/>
          <p:cNvSpPr/>
          <p:nvPr/>
        </p:nvSpPr>
        <p:spPr>
          <a:xfrm flipH="false" flipV="false" rot="0">
            <a:off x="341381" y="3069612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356188" y="3845463"/>
            <a:ext cx="474288" cy="474288"/>
          </a:xfrm>
          <a:custGeom>
            <a:avLst/>
            <a:gdLst/>
            <a:ahLst/>
            <a:cxnLst/>
            <a:rect r="r" b="b" t="t" l="l"/>
            <a:pathLst>
              <a:path h="474288" w="474288">
                <a:moveTo>
                  <a:pt x="0" y="0"/>
                </a:moveTo>
                <a:lnTo>
                  <a:pt x="474287" y="0"/>
                </a:lnTo>
                <a:lnTo>
                  <a:pt x="474287" y="474287"/>
                </a:lnTo>
                <a:lnTo>
                  <a:pt x="0" y="474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4701257" y="4119162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59" y="0"/>
                </a:lnTo>
                <a:lnTo>
                  <a:pt x="1855359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4745273" y="4745549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60" y="0"/>
                </a:lnTo>
                <a:lnTo>
                  <a:pt x="1855360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4241595" y="756605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dd/mm/aaaa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4156233" y="7477427"/>
            <a:ext cx="2800036" cy="517216"/>
            <a:chOff x="0" y="0"/>
            <a:chExt cx="1008446" cy="18627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08446" cy="186278"/>
            </a:xfrm>
            <a:custGeom>
              <a:avLst/>
              <a:gdLst/>
              <a:ahLst/>
              <a:cxnLst/>
              <a:rect r="r" b="b" t="t" l="l"/>
              <a:pathLst>
                <a:path h="186278" w="1008446">
                  <a:moveTo>
                    <a:pt x="19355" y="0"/>
                  </a:moveTo>
                  <a:lnTo>
                    <a:pt x="989091" y="0"/>
                  </a:lnTo>
                  <a:cubicBezTo>
                    <a:pt x="999781" y="0"/>
                    <a:pt x="1008446" y="8665"/>
                    <a:pt x="1008446" y="19355"/>
                  </a:cubicBezTo>
                  <a:lnTo>
                    <a:pt x="1008446" y="166923"/>
                  </a:lnTo>
                  <a:cubicBezTo>
                    <a:pt x="1008446" y="177613"/>
                    <a:pt x="999781" y="186278"/>
                    <a:pt x="989091" y="186278"/>
                  </a:cubicBezTo>
                  <a:lnTo>
                    <a:pt x="19355" y="186278"/>
                  </a:lnTo>
                  <a:cubicBezTo>
                    <a:pt x="8665" y="186278"/>
                    <a:pt x="0" y="177613"/>
                    <a:pt x="0" y="166923"/>
                  </a:cubicBezTo>
                  <a:lnTo>
                    <a:pt x="0" y="19355"/>
                  </a:lnTo>
                  <a:cubicBezTo>
                    <a:pt x="0" y="8665"/>
                    <a:pt x="8665" y="0"/>
                    <a:pt x="19355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1008446" cy="24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164372" y="7496477"/>
            <a:ext cx="2299081" cy="517216"/>
            <a:chOff x="0" y="0"/>
            <a:chExt cx="828025" cy="18627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28025" cy="186278"/>
            </a:xfrm>
            <a:custGeom>
              <a:avLst/>
              <a:gdLst/>
              <a:ahLst/>
              <a:cxnLst/>
              <a:rect r="r" b="b" t="t" l="l"/>
              <a:pathLst>
                <a:path h="186278" w="828025">
                  <a:moveTo>
                    <a:pt x="23572" y="0"/>
                  </a:moveTo>
                  <a:lnTo>
                    <a:pt x="804453" y="0"/>
                  </a:lnTo>
                  <a:cubicBezTo>
                    <a:pt x="817471" y="0"/>
                    <a:pt x="828025" y="10553"/>
                    <a:pt x="828025" y="23572"/>
                  </a:cubicBezTo>
                  <a:lnTo>
                    <a:pt x="828025" y="162706"/>
                  </a:lnTo>
                  <a:cubicBezTo>
                    <a:pt x="828025" y="175724"/>
                    <a:pt x="817471" y="186278"/>
                    <a:pt x="804453" y="186278"/>
                  </a:cubicBezTo>
                  <a:lnTo>
                    <a:pt x="23572" y="186278"/>
                  </a:lnTo>
                  <a:cubicBezTo>
                    <a:pt x="17320" y="186278"/>
                    <a:pt x="11325" y="183794"/>
                    <a:pt x="6904" y="179374"/>
                  </a:cubicBezTo>
                  <a:cubicBezTo>
                    <a:pt x="2483" y="174953"/>
                    <a:pt x="0" y="168958"/>
                    <a:pt x="0" y="162706"/>
                  </a:cubicBezTo>
                  <a:lnTo>
                    <a:pt x="0" y="23572"/>
                  </a:lnTo>
                  <a:cubicBezTo>
                    <a:pt x="0" y="10553"/>
                    <a:pt x="10553" y="0"/>
                    <a:pt x="23572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828025" cy="24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705677" y="7488358"/>
            <a:ext cx="2299081" cy="517216"/>
            <a:chOff x="0" y="0"/>
            <a:chExt cx="828025" cy="18627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28025" cy="186278"/>
            </a:xfrm>
            <a:custGeom>
              <a:avLst/>
              <a:gdLst/>
              <a:ahLst/>
              <a:cxnLst/>
              <a:rect r="r" b="b" t="t" l="l"/>
              <a:pathLst>
                <a:path h="186278" w="828025">
                  <a:moveTo>
                    <a:pt x="23572" y="0"/>
                  </a:moveTo>
                  <a:lnTo>
                    <a:pt x="804453" y="0"/>
                  </a:lnTo>
                  <a:cubicBezTo>
                    <a:pt x="817471" y="0"/>
                    <a:pt x="828025" y="10553"/>
                    <a:pt x="828025" y="23572"/>
                  </a:cubicBezTo>
                  <a:lnTo>
                    <a:pt x="828025" y="162706"/>
                  </a:lnTo>
                  <a:cubicBezTo>
                    <a:pt x="828025" y="175724"/>
                    <a:pt x="817471" y="186278"/>
                    <a:pt x="804453" y="186278"/>
                  </a:cubicBezTo>
                  <a:lnTo>
                    <a:pt x="23572" y="186278"/>
                  </a:lnTo>
                  <a:cubicBezTo>
                    <a:pt x="17320" y="186278"/>
                    <a:pt x="11325" y="183794"/>
                    <a:pt x="6904" y="179374"/>
                  </a:cubicBezTo>
                  <a:cubicBezTo>
                    <a:pt x="2483" y="174953"/>
                    <a:pt x="0" y="168958"/>
                    <a:pt x="0" y="162706"/>
                  </a:cubicBezTo>
                  <a:lnTo>
                    <a:pt x="0" y="23572"/>
                  </a:lnTo>
                  <a:cubicBezTo>
                    <a:pt x="0" y="10553"/>
                    <a:pt x="10553" y="0"/>
                    <a:pt x="23572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828025" cy="24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11767827" y="7697908"/>
            <a:ext cx="152368" cy="152368"/>
          </a:xfrm>
          <a:custGeom>
            <a:avLst/>
            <a:gdLst/>
            <a:ahLst/>
            <a:cxnLst/>
            <a:rect r="r" b="b" t="t" l="l"/>
            <a:pathLst>
              <a:path h="152368" w="152368">
                <a:moveTo>
                  <a:pt x="0" y="0"/>
                </a:moveTo>
                <a:lnTo>
                  <a:pt x="152368" y="0"/>
                </a:lnTo>
                <a:lnTo>
                  <a:pt x="152368" y="152368"/>
                </a:lnTo>
                <a:lnTo>
                  <a:pt x="0" y="1523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4050140" y="3103649"/>
            <a:ext cx="254103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Próximos Eventos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5461723" y="3102738"/>
            <a:ext cx="1222419" cy="34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  <a:spcBef>
                <a:spcPct val="0"/>
              </a:spcBef>
            </a:pPr>
            <a:r>
              <a:rPr lang="en-US" b="true" sz="189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Ver Todos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037678" y="3664142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Evento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078552" y="4208895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Boda García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105495" y="4709936"/>
            <a:ext cx="179518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XV años López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617372" y="3664142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572828" y="421769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María García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617372" y="4791024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Carlos López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738942" y="3664142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Fecha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738942" y="421769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04/05/2025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738942" y="4800549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10/05/2025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0701390" y="3664142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Estado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0701390" y="417959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Confirmado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708719" y="4791024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Pendiente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4960544" y="3664142"/>
            <a:ext cx="1280741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Acciones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241595" y="66508"/>
            <a:ext cx="4322564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Eventos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5122332" y="427797"/>
            <a:ext cx="189559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 Nuevo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Evento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112415" y="1171866"/>
            <a:ext cx="326112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Búsquedad de Eventos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4278939" y="1887645"/>
            <a:ext cx="53546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Buscar por nombre, cliente o fecha...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5600915" y="1889551"/>
            <a:ext cx="869275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Buscar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4024725" y="5518978"/>
            <a:ext cx="1882854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Editar Evento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4080080" y="6156492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del evento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389042" y="663861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del Evento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2915050" y="9346209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4451220" y="9346209"/>
            <a:ext cx="218408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cambios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9504191" y="6108867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050140" y="8204193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Notas Adiccionales 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4241595" y="8706768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Detalles Adiccionales...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0701390" y="7783633"/>
            <a:ext cx="2088478" cy="690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2"/>
              </a:lnSpc>
            </a:pPr>
            <a:r>
              <a:rPr lang="en-US" sz="1330">
                <a:solidFill>
                  <a:srgbClr val="3F51B5"/>
                </a:solidFill>
                <a:latin typeface="Poppins"/>
                <a:ea typeface="Poppins"/>
                <a:cs typeface="Poppins"/>
                <a:sym typeface="Poppins"/>
              </a:rPr>
              <a:t>Básico</a:t>
            </a:r>
          </a:p>
          <a:p>
            <a:pPr algn="l">
              <a:lnSpc>
                <a:spcPts val="1862"/>
              </a:lnSpc>
            </a:pPr>
            <a:r>
              <a:rPr lang="en-US" sz="13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Estándar</a:t>
            </a:r>
          </a:p>
          <a:p>
            <a:pPr algn="l">
              <a:lnSpc>
                <a:spcPts val="1862"/>
              </a:lnSpc>
              <a:spcBef>
                <a:spcPct val="0"/>
              </a:spcBef>
            </a:pPr>
            <a:r>
              <a:rPr lang="en-US" sz="13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Premium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2721360" y="3664142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Paquete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2721360" y="4131971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Premiun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2721360" y="4758690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Estandar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4037678" y="7155827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Fecha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9633598" y="6593883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del Cliente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7164372" y="7117727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Duración (horas)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9705677" y="7109608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Paquete 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9764978" y="7605885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Básico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12248954" y="7516933"/>
            <a:ext cx="2496319" cy="517216"/>
            <a:chOff x="0" y="0"/>
            <a:chExt cx="899061" cy="18627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99061" cy="186278"/>
            </a:xfrm>
            <a:custGeom>
              <a:avLst/>
              <a:gdLst/>
              <a:ahLst/>
              <a:cxnLst/>
              <a:rect r="r" b="b" t="t" l="l"/>
              <a:pathLst>
                <a:path h="186278" w="899061">
                  <a:moveTo>
                    <a:pt x="21709" y="0"/>
                  </a:moveTo>
                  <a:lnTo>
                    <a:pt x="877352" y="0"/>
                  </a:lnTo>
                  <a:cubicBezTo>
                    <a:pt x="889341" y="0"/>
                    <a:pt x="899061" y="9720"/>
                    <a:pt x="899061" y="21709"/>
                  </a:cubicBezTo>
                  <a:lnTo>
                    <a:pt x="899061" y="164569"/>
                  </a:lnTo>
                  <a:cubicBezTo>
                    <a:pt x="899061" y="176558"/>
                    <a:pt x="889341" y="186278"/>
                    <a:pt x="877352" y="186278"/>
                  </a:cubicBezTo>
                  <a:lnTo>
                    <a:pt x="21709" y="186278"/>
                  </a:lnTo>
                  <a:cubicBezTo>
                    <a:pt x="15952" y="186278"/>
                    <a:pt x="10430" y="183991"/>
                    <a:pt x="6359" y="179919"/>
                  </a:cubicBezTo>
                  <a:cubicBezTo>
                    <a:pt x="2287" y="175848"/>
                    <a:pt x="0" y="170326"/>
                    <a:pt x="0" y="164569"/>
                  </a:cubicBezTo>
                  <a:lnTo>
                    <a:pt x="0" y="21709"/>
                  </a:lnTo>
                  <a:cubicBezTo>
                    <a:pt x="0" y="9720"/>
                    <a:pt x="9720" y="0"/>
                    <a:pt x="2170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0" y="-57150"/>
              <a:ext cx="899061" cy="24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9" id="129"/>
          <p:cNvSpPr/>
          <p:nvPr/>
        </p:nvSpPr>
        <p:spPr>
          <a:xfrm flipH="false" flipV="false" rot="0">
            <a:off x="14451220" y="7697908"/>
            <a:ext cx="152368" cy="152368"/>
          </a:xfrm>
          <a:custGeom>
            <a:avLst/>
            <a:gdLst/>
            <a:ahLst/>
            <a:cxnLst/>
            <a:rect r="r" b="b" t="t" l="l"/>
            <a:pathLst>
              <a:path h="152368" w="152368">
                <a:moveTo>
                  <a:pt x="0" y="0"/>
                </a:moveTo>
                <a:lnTo>
                  <a:pt x="152368" y="0"/>
                </a:lnTo>
                <a:lnTo>
                  <a:pt x="152368" y="152368"/>
                </a:lnTo>
                <a:lnTo>
                  <a:pt x="0" y="1523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0" id="130"/>
          <p:cNvSpPr txBox="true"/>
          <p:nvPr/>
        </p:nvSpPr>
        <p:spPr>
          <a:xfrm rot="0">
            <a:off x="12248954" y="7138183"/>
            <a:ext cx="2543278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Número de Invitados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4927114" y="7558592"/>
            <a:ext cx="2216876" cy="517216"/>
            <a:chOff x="0" y="0"/>
            <a:chExt cx="798418" cy="18627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98418" cy="186278"/>
            </a:xfrm>
            <a:custGeom>
              <a:avLst/>
              <a:gdLst/>
              <a:ahLst/>
              <a:cxnLst/>
              <a:rect r="r" b="b" t="t" l="l"/>
              <a:pathLst>
                <a:path h="186278" w="798418">
                  <a:moveTo>
                    <a:pt x="24446" y="0"/>
                  </a:moveTo>
                  <a:lnTo>
                    <a:pt x="773972" y="0"/>
                  </a:lnTo>
                  <a:cubicBezTo>
                    <a:pt x="780456" y="0"/>
                    <a:pt x="786674" y="2576"/>
                    <a:pt x="791258" y="7160"/>
                  </a:cubicBezTo>
                  <a:cubicBezTo>
                    <a:pt x="795843" y="11745"/>
                    <a:pt x="798418" y="17962"/>
                    <a:pt x="798418" y="24446"/>
                  </a:cubicBezTo>
                  <a:lnTo>
                    <a:pt x="798418" y="161832"/>
                  </a:lnTo>
                  <a:cubicBezTo>
                    <a:pt x="798418" y="175333"/>
                    <a:pt x="787474" y="186278"/>
                    <a:pt x="773972" y="186278"/>
                  </a:cubicBezTo>
                  <a:lnTo>
                    <a:pt x="24446" y="186278"/>
                  </a:lnTo>
                  <a:cubicBezTo>
                    <a:pt x="17962" y="186278"/>
                    <a:pt x="11745" y="183702"/>
                    <a:pt x="7160" y="179118"/>
                  </a:cubicBezTo>
                  <a:cubicBezTo>
                    <a:pt x="2576" y="174533"/>
                    <a:pt x="0" y="168315"/>
                    <a:pt x="0" y="161832"/>
                  </a:cubicBezTo>
                  <a:lnTo>
                    <a:pt x="0" y="24446"/>
                  </a:lnTo>
                  <a:cubicBezTo>
                    <a:pt x="0" y="17962"/>
                    <a:pt x="2576" y="11745"/>
                    <a:pt x="7160" y="7160"/>
                  </a:cubicBezTo>
                  <a:cubicBezTo>
                    <a:pt x="11745" y="2576"/>
                    <a:pt x="17962" y="0"/>
                    <a:pt x="2444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33" id="133"/>
            <p:cNvSpPr txBox="true"/>
            <p:nvPr/>
          </p:nvSpPr>
          <p:spPr>
            <a:xfrm>
              <a:off x="0" y="-57150"/>
              <a:ext cx="798418" cy="24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4" id="134"/>
          <p:cNvSpPr/>
          <p:nvPr/>
        </p:nvSpPr>
        <p:spPr>
          <a:xfrm flipH="false" flipV="false" rot="0">
            <a:off x="16826503" y="7706027"/>
            <a:ext cx="152368" cy="152368"/>
          </a:xfrm>
          <a:custGeom>
            <a:avLst/>
            <a:gdLst/>
            <a:ahLst/>
            <a:cxnLst/>
            <a:rect r="r" b="b" t="t" l="l"/>
            <a:pathLst>
              <a:path h="152368" w="152368">
                <a:moveTo>
                  <a:pt x="0" y="0"/>
                </a:moveTo>
                <a:lnTo>
                  <a:pt x="152368" y="0"/>
                </a:lnTo>
                <a:lnTo>
                  <a:pt x="152368" y="152368"/>
                </a:lnTo>
                <a:lnTo>
                  <a:pt x="0" y="1523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5" id="135"/>
          <p:cNvSpPr txBox="true"/>
          <p:nvPr/>
        </p:nvSpPr>
        <p:spPr>
          <a:xfrm rot="0">
            <a:off x="14960544" y="7138183"/>
            <a:ext cx="1509646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Estado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6044019" y="7783633"/>
            <a:ext cx="2088478" cy="918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2"/>
              </a:lnSpc>
            </a:pPr>
            <a:r>
              <a:rPr lang="en-US" sz="1330">
                <a:solidFill>
                  <a:srgbClr val="3F51B5"/>
                </a:solidFill>
                <a:latin typeface="Poppins"/>
                <a:ea typeface="Poppins"/>
                <a:cs typeface="Poppins"/>
                <a:sym typeface="Poppins"/>
              </a:rPr>
              <a:t>Pendiente</a:t>
            </a:r>
          </a:p>
          <a:p>
            <a:pPr algn="l">
              <a:lnSpc>
                <a:spcPts val="1862"/>
              </a:lnSpc>
            </a:pPr>
            <a:r>
              <a:rPr lang="en-US" sz="13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Confirmado</a:t>
            </a:r>
          </a:p>
          <a:p>
            <a:pPr algn="l">
              <a:lnSpc>
                <a:spcPts val="1862"/>
              </a:lnSpc>
              <a:spcBef>
                <a:spcPct val="0"/>
              </a:spcBef>
            </a:pPr>
            <a:r>
              <a:rPr lang="en-US" sz="13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Cancelado</a:t>
            </a:r>
          </a:p>
          <a:p>
            <a:pPr algn="l">
              <a:lnSpc>
                <a:spcPts val="1862"/>
              </a:lnSpc>
              <a:spcBef>
                <a:spcPct val="0"/>
              </a:spcBef>
            </a:pPr>
            <a:r>
              <a:rPr lang="en-US" sz="13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Finalizado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4828737" y="336062"/>
            <a:ext cx="2430563" cy="603572"/>
            <a:chOff x="0" y="0"/>
            <a:chExt cx="640148" cy="1589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148" cy="158965"/>
            </a:xfrm>
            <a:custGeom>
              <a:avLst/>
              <a:gdLst/>
              <a:ahLst/>
              <a:cxnLst/>
              <a:rect r="r" b="b" t="t" l="l"/>
              <a:pathLst>
                <a:path h="158965" w="640148">
                  <a:moveTo>
                    <a:pt x="15926" y="0"/>
                  </a:moveTo>
                  <a:lnTo>
                    <a:pt x="624222" y="0"/>
                  </a:lnTo>
                  <a:cubicBezTo>
                    <a:pt x="628446" y="0"/>
                    <a:pt x="632497" y="1678"/>
                    <a:pt x="635484" y="4665"/>
                  </a:cubicBezTo>
                  <a:cubicBezTo>
                    <a:pt x="638470" y="7651"/>
                    <a:pt x="640148" y="11702"/>
                    <a:pt x="640148" y="15926"/>
                  </a:cubicBezTo>
                  <a:lnTo>
                    <a:pt x="640148" y="143039"/>
                  </a:lnTo>
                  <a:cubicBezTo>
                    <a:pt x="640148" y="147263"/>
                    <a:pt x="638470" y="151314"/>
                    <a:pt x="635484" y="154301"/>
                  </a:cubicBezTo>
                  <a:cubicBezTo>
                    <a:pt x="632497" y="157288"/>
                    <a:pt x="628446" y="158965"/>
                    <a:pt x="624222" y="158965"/>
                  </a:cubicBezTo>
                  <a:lnTo>
                    <a:pt x="15926" y="158965"/>
                  </a:lnTo>
                  <a:cubicBezTo>
                    <a:pt x="11702" y="158965"/>
                    <a:pt x="7651" y="157288"/>
                    <a:pt x="4665" y="154301"/>
                  </a:cubicBezTo>
                  <a:cubicBezTo>
                    <a:pt x="1678" y="151314"/>
                    <a:pt x="0" y="147263"/>
                    <a:pt x="0" y="143039"/>
                  </a:cubicBezTo>
                  <a:lnTo>
                    <a:pt x="0" y="15926"/>
                  </a:lnTo>
                  <a:cubicBezTo>
                    <a:pt x="0" y="11702"/>
                    <a:pt x="1678" y="7651"/>
                    <a:pt x="4665" y="4665"/>
                  </a:cubicBezTo>
                  <a:cubicBezTo>
                    <a:pt x="7651" y="1678"/>
                    <a:pt x="11702" y="0"/>
                    <a:pt x="15926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40148" cy="216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847442" y="1754767"/>
            <a:ext cx="13266269" cy="3388733"/>
            <a:chOff x="0" y="0"/>
            <a:chExt cx="3493997" cy="8925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93997" cy="892506"/>
            </a:xfrm>
            <a:custGeom>
              <a:avLst/>
              <a:gdLst/>
              <a:ahLst/>
              <a:cxnLst/>
              <a:rect r="r" b="b" t="t" l="l"/>
              <a:pathLst>
                <a:path h="892506" w="3493997">
                  <a:moveTo>
                    <a:pt x="15173" y="0"/>
                  </a:moveTo>
                  <a:lnTo>
                    <a:pt x="3478824" y="0"/>
                  </a:lnTo>
                  <a:cubicBezTo>
                    <a:pt x="3482848" y="0"/>
                    <a:pt x="3486707" y="1599"/>
                    <a:pt x="3489553" y="4444"/>
                  </a:cubicBezTo>
                  <a:cubicBezTo>
                    <a:pt x="3492398" y="7290"/>
                    <a:pt x="3493997" y="11149"/>
                    <a:pt x="3493997" y="15173"/>
                  </a:cubicBezTo>
                  <a:lnTo>
                    <a:pt x="3493997" y="877333"/>
                  </a:lnTo>
                  <a:cubicBezTo>
                    <a:pt x="3493997" y="881357"/>
                    <a:pt x="3492398" y="885216"/>
                    <a:pt x="3489553" y="888062"/>
                  </a:cubicBezTo>
                  <a:cubicBezTo>
                    <a:pt x="3486707" y="890907"/>
                    <a:pt x="3482848" y="892506"/>
                    <a:pt x="3478824" y="892506"/>
                  </a:cubicBezTo>
                  <a:lnTo>
                    <a:pt x="15173" y="892506"/>
                  </a:lnTo>
                  <a:cubicBezTo>
                    <a:pt x="11149" y="892506"/>
                    <a:pt x="7290" y="890907"/>
                    <a:pt x="4444" y="888062"/>
                  </a:cubicBezTo>
                  <a:cubicBezTo>
                    <a:pt x="1599" y="885216"/>
                    <a:pt x="0" y="881357"/>
                    <a:pt x="0" y="877333"/>
                  </a:cubicBezTo>
                  <a:lnTo>
                    <a:pt x="0" y="15173"/>
                  </a:lnTo>
                  <a:cubicBezTo>
                    <a:pt x="0" y="11149"/>
                    <a:pt x="1599" y="7290"/>
                    <a:pt x="4444" y="4444"/>
                  </a:cubicBezTo>
                  <a:cubicBezTo>
                    <a:pt x="7290" y="1599"/>
                    <a:pt x="11149" y="0"/>
                    <a:pt x="15173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493997" cy="94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3920587" y="2480073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6970881" y="2311915"/>
            <a:ext cx="0" cy="1581522"/>
          </a:xfrm>
          <a:prstGeom prst="line">
            <a:avLst/>
          </a:prstGeom>
          <a:ln cap="rnd" w="57150">
            <a:solidFill>
              <a:srgbClr val="A7A5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3920632" y="2910437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3895217" y="3483766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341381" y="3069612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56188" y="3845463"/>
            <a:ext cx="474288" cy="474288"/>
          </a:xfrm>
          <a:custGeom>
            <a:avLst/>
            <a:gdLst/>
            <a:ahLst/>
            <a:cxnLst/>
            <a:rect r="r" b="b" t="t" l="l"/>
            <a:pathLst>
              <a:path h="474288" w="474288">
                <a:moveTo>
                  <a:pt x="0" y="0"/>
                </a:moveTo>
                <a:lnTo>
                  <a:pt x="474287" y="0"/>
                </a:lnTo>
                <a:lnTo>
                  <a:pt x="474287" y="474287"/>
                </a:lnTo>
                <a:lnTo>
                  <a:pt x="0" y="4742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637548" y="2946992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59" y="0"/>
                </a:lnTo>
                <a:lnTo>
                  <a:pt x="1855359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681564" y="3573380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60" y="0"/>
                </a:lnTo>
                <a:lnTo>
                  <a:pt x="1855360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986431" y="1931479"/>
            <a:ext cx="287786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Listado de Paquetes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398014" y="1930569"/>
            <a:ext cx="1222419" cy="34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  <a:spcBef>
                <a:spcPct val="0"/>
              </a:spcBef>
            </a:pPr>
            <a:r>
              <a:rPr lang="en-US" b="true" sz="189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Ver Todos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973969" y="2491972"/>
            <a:ext cx="121580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014843" y="303672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Básico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041786" y="3537767"/>
            <a:ext cx="179518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Estándar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553663" y="2491972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09119" y="304552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Familiar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553663" y="3618855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Celebración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675233" y="2491972"/>
            <a:ext cx="153049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Capacidad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675233" y="304552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personas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675233" y="3628380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100 personas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637681" y="2491972"/>
            <a:ext cx="1515146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base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637681" y="3007426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$5,000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645010" y="3618855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$12,000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896835" y="2491972"/>
            <a:ext cx="1280741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Acciones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797518" y="260602"/>
            <a:ext cx="4675465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Paquetes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026546" y="427797"/>
            <a:ext cx="2087166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 Nuevo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Paquete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657651" y="2491972"/>
            <a:ext cx="147718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657651" y="2959801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657651" y="3586521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</a:p>
        </p:txBody>
      </p:sp>
      <p:sp>
        <p:nvSpPr>
          <p:cNvPr name="AutoShape 68" id="68"/>
          <p:cNvSpPr/>
          <p:nvPr/>
        </p:nvSpPr>
        <p:spPr>
          <a:xfrm>
            <a:off x="3879808" y="4077960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9" id="69"/>
          <p:cNvSpPr/>
          <p:nvPr/>
        </p:nvSpPr>
        <p:spPr>
          <a:xfrm flipH="false" flipV="false" rot="0">
            <a:off x="14666155" y="4167574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59" y="0"/>
                </a:lnTo>
                <a:lnTo>
                  <a:pt x="1855359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4026377" y="4131961"/>
            <a:ext cx="179518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Premium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538253" y="4213049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Bodas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659824" y="4222574"/>
            <a:ext cx="1530499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200 personas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629600" y="4213049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$25,000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642242" y="4180715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768163" y="1088609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903104" y="1689774"/>
            <a:ext cx="8774436" cy="556254"/>
            <a:chOff x="0" y="0"/>
            <a:chExt cx="3160154" cy="2003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0154" cy="200337"/>
            </a:xfrm>
            <a:custGeom>
              <a:avLst/>
              <a:gdLst/>
              <a:ahLst/>
              <a:cxnLst/>
              <a:rect r="r" b="b" t="t" l="l"/>
              <a:pathLst>
                <a:path h="200337" w="3160154">
                  <a:moveTo>
                    <a:pt x="6176" y="0"/>
                  </a:moveTo>
                  <a:lnTo>
                    <a:pt x="3153978" y="0"/>
                  </a:lnTo>
                  <a:cubicBezTo>
                    <a:pt x="3157389" y="0"/>
                    <a:pt x="3160154" y="2765"/>
                    <a:pt x="3160154" y="6176"/>
                  </a:cubicBezTo>
                  <a:lnTo>
                    <a:pt x="3160154" y="194161"/>
                  </a:lnTo>
                  <a:cubicBezTo>
                    <a:pt x="3160154" y="197572"/>
                    <a:pt x="3157389" y="200337"/>
                    <a:pt x="3153978" y="200337"/>
                  </a:cubicBezTo>
                  <a:lnTo>
                    <a:pt x="6176" y="200337"/>
                  </a:lnTo>
                  <a:cubicBezTo>
                    <a:pt x="4538" y="200337"/>
                    <a:pt x="2967" y="199687"/>
                    <a:pt x="1809" y="198528"/>
                  </a:cubicBezTo>
                  <a:cubicBezTo>
                    <a:pt x="651" y="197370"/>
                    <a:pt x="0" y="195799"/>
                    <a:pt x="0" y="194161"/>
                  </a:cubicBezTo>
                  <a:lnTo>
                    <a:pt x="0" y="6176"/>
                  </a:lnTo>
                  <a:cubicBezTo>
                    <a:pt x="0" y="2765"/>
                    <a:pt x="2765" y="0"/>
                    <a:pt x="617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160154" cy="25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03104" y="2708159"/>
            <a:ext cx="3601387" cy="593573"/>
            <a:chOff x="0" y="0"/>
            <a:chExt cx="1297056" cy="2137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7056" cy="213778"/>
            </a:xfrm>
            <a:custGeom>
              <a:avLst/>
              <a:gdLst/>
              <a:ahLst/>
              <a:cxnLst/>
              <a:rect r="r" b="b" t="t" l="l"/>
              <a:pathLst>
                <a:path h="213778" w="1297056">
                  <a:moveTo>
                    <a:pt x="15048" y="0"/>
                  </a:moveTo>
                  <a:lnTo>
                    <a:pt x="1282008" y="0"/>
                  </a:lnTo>
                  <a:cubicBezTo>
                    <a:pt x="1285999" y="0"/>
                    <a:pt x="1289827" y="1585"/>
                    <a:pt x="1292649" y="4407"/>
                  </a:cubicBezTo>
                  <a:cubicBezTo>
                    <a:pt x="1295471" y="7229"/>
                    <a:pt x="1297056" y="11057"/>
                    <a:pt x="1297056" y="15048"/>
                  </a:cubicBezTo>
                  <a:lnTo>
                    <a:pt x="1297056" y="198730"/>
                  </a:lnTo>
                  <a:cubicBezTo>
                    <a:pt x="1297056" y="202721"/>
                    <a:pt x="1295471" y="206548"/>
                    <a:pt x="1292649" y="209371"/>
                  </a:cubicBezTo>
                  <a:cubicBezTo>
                    <a:pt x="1289827" y="212193"/>
                    <a:pt x="1285999" y="213778"/>
                    <a:pt x="1282008" y="213778"/>
                  </a:cubicBezTo>
                  <a:lnTo>
                    <a:pt x="15048" y="213778"/>
                  </a:lnTo>
                  <a:cubicBezTo>
                    <a:pt x="6737" y="213778"/>
                    <a:pt x="0" y="207041"/>
                    <a:pt x="0" y="198730"/>
                  </a:cubicBezTo>
                  <a:lnTo>
                    <a:pt x="0" y="15048"/>
                  </a:lnTo>
                  <a:cubicBezTo>
                    <a:pt x="0" y="11057"/>
                    <a:pt x="1585" y="7229"/>
                    <a:pt x="4407" y="4407"/>
                  </a:cubicBezTo>
                  <a:cubicBezTo>
                    <a:pt x="7229" y="1585"/>
                    <a:pt x="11057" y="0"/>
                    <a:pt x="150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97056" cy="270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52166" y="2741507"/>
            <a:ext cx="3601387" cy="593573"/>
            <a:chOff x="0" y="0"/>
            <a:chExt cx="1297056" cy="2137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7056" cy="213778"/>
            </a:xfrm>
            <a:custGeom>
              <a:avLst/>
              <a:gdLst/>
              <a:ahLst/>
              <a:cxnLst/>
              <a:rect r="r" b="b" t="t" l="l"/>
              <a:pathLst>
                <a:path h="213778" w="1297056">
                  <a:moveTo>
                    <a:pt x="15048" y="0"/>
                  </a:moveTo>
                  <a:lnTo>
                    <a:pt x="1282008" y="0"/>
                  </a:lnTo>
                  <a:cubicBezTo>
                    <a:pt x="1285999" y="0"/>
                    <a:pt x="1289827" y="1585"/>
                    <a:pt x="1292649" y="4407"/>
                  </a:cubicBezTo>
                  <a:cubicBezTo>
                    <a:pt x="1295471" y="7229"/>
                    <a:pt x="1297056" y="11057"/>
                    <a:pt x="1297056" y="15048"/>
                  </a:cubicBezTo>
                  <a:lnTo>
                    <a:pt x="1297056" y="198730"/>
                  </a:lnTo>
                  <a:cubicBezTo>
                    <a:pt x="1297056" y="202721"/>
                    <a:pt x="1295471" y="206548"/>
                    <a:pt x="1292649" y="209371"/>
                  </a:cubicBezTo>
                  <a:cubicBezTo>
                    <a:pt x="1289827" y="212193"/>
                    <a:pt x="1285999" y="213778"/>
                    <a:pt x="1282008" y="213778"/>
                  </a:cubicBezTo>
                  <a:lnTo>
                    <a:pt x="15048" y="213778"/>
                  </a:lnTo>
                  <a:cubicBezTo>
                    <a:pt x="6737" y="213778"/>
                    <a:pt x="0" y="207041"/>
                    <a:pt x="0" y="198730"/>
                  </a:cubicBezTo>
                  <a:lnTo>
                    <a:pt x="0" y="15048"/>
                  </a:lnTo>
                  <a:cubicBezTo>
                    <a:pt x="0" y="11057"/>
                    <a:pt x="1585" y="7229"/>
                    <a:pt x="4407" y="4407"/>
                  </a:cubicBezTo>
                  <a:cubicBezTo>
                    <a:pt x="7229" y="1585"/>
                    <a:pt x="11057" y="0"/>
                    <a:pt x="150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97056" cy="270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03104" y="3948471"/>
            <a:ext cx="8774436" cy="556254"/>
            <a:chOff x="0" y="0"/>
            <a:chExt cx="3160154" cy="2003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60154" cy="200337"/>
            </a:xfrm>
            <a:custGeom>
              <a:avLst/>
              <a:gdLst/>
              <a:ahLst/>
              <a:cxnLst/>
              <a:rect r="r" b="b" t="t" l="l"/>
              <a:pathLst>
                <a:path h="200337" w="3160154">
                  <a:moveTo>
                    <a:pt x="6176" y="0"/>
                  </a:moveTo>
                  <a:lnTo>
                    <a:pt x="3153978" y="0"/>
                  </a:lnTo>
                  <a:cubicBezTo>
                    <a:pt x="3157389" y="0"/>
                    <a:pt x="3160154" y="2765"/>
                    <a:pt x="3160154" y="6176"/>
                  </a:cubicBezTo>
                  <a:lnTo>
                    <a:pt x="3160154" y="194161"/>
                  </a:lnTo>
                  <a:cubicBezTo>
                    <a:pt x="3160154" y="197572"/>
                    <a:pt x="3157389" y="200337"/>
                    <a:pt x="3153978" y="200337"/>
                  </a:cubicBezTo>
                  <a:lnTo>
                    <a:pt x="6176" y="200337"/>
                  </a:lnTo>
                  <a:cubicBezTo>
                    <a:pt x="4538" y="200337"/>
                    <a:pt x="2967" y="199687"/>
                    <a:pt x="1809" y="198528"/>
                  </a:cubicBezTo>
                  <a:cubicBezTo>
                    <a:pt x="651" y="197370"/>
                    <a:pt x="0" y="195799"/>
                    <a:pt x="0" y="194161"/>
                  </a:cubicBezTo>
                  <a:lnTo>
                    <a:pt x="0" y="6176"/>
                  </a:lnTo>
                  <a:cubicBezTo>
                    <a:pt x="0" y="2765"/>
                    <a:pt x="2765" y="0"/>
                    <a:pt x="617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160154" cy="25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03104" y="5035875"/>
            <a:ext cx="8774436" cy="2117767"/>
            <a:chOff x="0" y="0"/>
            <a:chExt cx="3160154" cy="762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60154" cy="762724"/>
            </a:xfrm>
            <a:custGeom>
              <a:avLst/>
              <a:gdLst/>
              <a:ahLst/>
              <a:cxnLst/>
              <a:rect r="r" b="b" t="t" l="l"/>
              <a:pathLst>
                <a:path h="762724" w="3160154">
                  <a:moveTo>
                    <a:pt x="6176" y="0"/>
                  </a:moveTo>
                  <a:lnTo>
                    <a:pt x="3153978" y="0"/>
                  </a:lnTo>
                  <a:cubicBezTo>
                    <a:pt x="3157389" y="0"/>
                    <a:pt x="3160154" y="2765"/>
                    <a:pt x="3160154" y="6176"/>
                  </a:cubicBezTo>
                  <a:lnTo>
                    <a:pt x="3160154" y="756547"/>
                  </a:lnTo>
                  <a:cubicBezTo>
                    <a:pt x="3160154" y="759958"/>
                    <a:pt x="3157389" y="762724"/>
                    <a:pt x="3153978" y="762724"/>
                  </a:cubicBezTo>
                  <a:lnTo>
                    <a:pt x="6176" y="762724"/>
                  </a:lnTo>
                  <a:cubicBezTo>
                    <a:pt x="4538" y="762724"/>
                    <a:pt x="2967" y="762073"/>
                    <a:pt x="1809" y="760915"/>
                  </a:cubicBezTo>
                  <a:cubicBezTo>
                    <a:pt x="651" y="759756"/>
                    <a:pt x="0" y="758185"/>
                    <a:pt x="0" y="756547"/>
                  </a:cubicBezTo>
                  <a:lnTo>
                    <a:pt x="0" y="6176"/>
                  </a:lnTo>
                  <a:cubicBezTo>
                    <a:pt x="0" y="2765"/>
                    <a:pt x="2765" y="0"/>
                    <a:pt x="617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160154" cy="819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696042" y="7863244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7143717" y="7806094"/>
            <a:ext cx="2792939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sillas (100)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Dj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catering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696042" y="8422591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6696042" y="8861406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9628369" y="7738754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9628369" y="8298101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628369" y="8861406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10136681" y="7694896"/>
            <a:ext cx="2792939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Manteles (10)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Decoración Estándar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621333" y="7627556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2621333" y="8186903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1" id="31"/>
          <p:cNvGrpSpPr/>
          <p:nvPr/>
        </p:nvGrpSpPr>
        <p:grpSpPr>
          <a:xfrm rot="0">
            <a:off x="9098760" y="9465349"/>
            <a:ext cx="1694261" cy="619548"/>
            <a:chOff x="0" y="0"/>
            <a:chExt cx="446225" cy="1631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51445" y="9465349"/>
            <a:ext cx="2266518" cy="619548"/>
            <a:chOff x="0" y="0"/>
            <a:chExt cx="596943" cy="1631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117963" y="1391840"/>
            <a:ext cx="4938388" cy="7718546"/>
            <a:chOff x="0" y="0"/>
            <a:chExt cx="1778584" cy="27798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78583" cy="2779870"/>
            </a:xfrm>
            <a:custGeom>
              <a:avLst/>
              <a:gdLst/>
              <a:ahLst/>
              <a:cxnLst/>
              <a:rect r="r" b="b" t="t" l="l"/>
              <a:pathLst>
                <a:path h="2779870" w="1778583">
                  <a:moveTo>
                    <a:pt x="10974" y="0"/>
                  </a:moveTo>
                  <a:lnTo>
                    <a:pt x="1767610" y="0"/>
                  </a:lnTo>
                  <a:cubicBezTo>
                    <a:pt x="1773670" y="0"/>
                    <a:pt x="1778583" y="4913"/>
                    <a:pt x="1778583" y="10974"/>
                  </a:cubicBezTo>
                  <a:lnTo>
                    <a:pt x="1778583" y="2768896"/>
                  </a:lnTo>
                  <a:cubicBezTo>
                    <a:pt x="1778583" y="2774957"/>
                    <a:pt x="1773670" y="2779870"/>
                    <a:pt x="1767610" y="2779870"/>
                  </a:cubicBezTo>
                  <a:lnTo>
                    <a:pt x="10974" y="2779870"/>
                  </a:lnTo>
                  <a:cubicBezTo>
                    <a:pt x="4913" y="2779870"/>
                    <a:pt x="0" y="2774957"/>
                    <a:pt x="0" y="2768896"/>
                  </a:cubicBezTo>
                  <a:lnTo>
                    <a:pt x="0" y="10974"/>
                  </a:lnTo>
                  <a:cubicBezTo>
                    <a:pt x="0" y="4913"/>
                    <a:pt x="4913" y="0"/>
                    <a:pt x="10974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778584" cy="2837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>
            <a:off x="13117963" y="1911575"/>
            <a:ext cx="4913763" cy="0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3201378" y="2443003"/>
            <a:ext cx="4715953" cy="474442"/>
            <a:chOff x="0" y="0"/>
            <a:chExt cx="1698473" cy="1708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98472" cy="170872"/>
            </a:xfrm>
            <a:custGeom>
              <a:avLst/>
              <a:gdLst/>
              <a:ahLst/>
              <a:cxnLst/>
              <a:rect r="r" b="b" t="t" l="l"/>
              <a:pathLst>
                <a:path h="170872" w="1698472">
                  <a:moveTo>
                    <a:pt x="11492" y="0"/>
                  </a:moveTo>
                  <a:lnTo>
                    <a:pt x="1686981" y="0"/>
                  </a:lnTo>
                  <a:cubicBezTo>
                    <a:pt x="1693328" y="0"/>
                    <a:pt x="1698472" y="5145"/>
                    <a:pt x="1698472" y="11492"/>
                  </a:cubicBezTo>
                  <a:lnTo>
                    <a:pt x="1698472" y="159381"/>
                  </a:lnTo>
                  <a:cubicBezTo>
                    <a:pt x="1698472" y="162429"/>
                    <a:pt x="1697262" y="165352"/>
                    <a:pt x="1695107" y="167507"/>
                  </a:cubicBezTo>
                  <a:cubicBezTo>
                    <a:pt x="1692952" y="169662"/>
                    <a:pt x="1690029" y="170872"/>
                    <a:pt x="1686981" y="170872"/>
                  </a:cubicBezTo>
                  <a:lnTo>
                    <a:pt x="11492" y="170872"/>
                  </a:lnTo>
                  <a:cubicBezTo>
                    <a:pt x="8444" y="170872"/>
                    <a:pt x="5521" y="169662"/>
                    <a:pt x="3366" y="167507"/>
                  </a:cubicBezTo>
                  <a:cubicBezTo>
                    <a:pt x="1211" y="165352"/>
                    <a:pt x="0" y="162429"/>
                    <a:pt x="0" y="159381"/>
                  </a:cubicBezTo>
                  <a:lnTo>
                    <a:pt x="0" y="11492"/>
                  </a:lnTo>
                  <a:cubicBezTo>
                    <a:pt x="0" y="8444"/>
                    <a:pt x="1211" y="5521"/>
                    <a:pt x="3366" y="3366"/>
                  </a:cubicBezTo>
                  <a:cubicBezTo>
                    <a:pt x="5521" y="1211"/>
                    <a:pt x="8444" y="0"/>
                    <a:pt x="11492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698473" cy="228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7526727" y="2549613"/>
            <a:ext cx="211023" cy="211023"/>
          </a:xfrm>
          <a:custGeom>
            <a:avLst/>
            <a:gdLst/>
            <a:ahLst/>
            <a:cxnLst/>
            <a:rect r="r" b="b" t="t" l="l"/>
            <a:pathLst>
              <a:path h="211023" w="211023">
                <a:moveTo>
                  <a:pt x="0" y="0"/>
                </a:moveTo>
                <a:lnTo>
                  <a:pt x="211023" y="0"/>
                </a:lnTo>
                <a:lnTo>
                  <a:pt x="211023" y="211023"/>
                </a:lnTo>
                <a:lnTo>
                  <a:pt x="0" y="211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793533" y="357766"/>
            <a:ext cx="4576762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Edición de Paquetes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903104" y="1315798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del Paquete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135913" y="1797916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del Paquete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903104" y="2334182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Tipo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52166" y="2334182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Capacidad (personas)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903104" y="3574495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Base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903104" y="4666650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57585" y="5073975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Detalles de paquete...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903104" y="7320319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Productos Incluidos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903104" y="7880044"/>
            <a:ext cx="2792939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Mesas (10)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meseros (5)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Equipo de Audio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9374331" y="9587057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910501" y="9587057"/>
            <a:ext cx="218408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cambios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277190" y="1562091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Cálculo de Precios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177269" y="2060207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Paquete Base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388292" y="2485797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Estándar- $12,000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3225486" y="3418145"/>
            <a:ext cx="4715953" cy="474442"/>
            <a:chOff x="0" y="0"/>
            <a:chExt cx="1698473" cy="17087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698472" cy="170872"/>
            </a:xfrm>
            <a:custGeom>
              <a:avLst/>
              <a:gdLst/>
              <a:ahLst/>
              <a:cxnLst/>
              <a:rect r="r" b="b" t="t" l="l"/>
              <a:pathLst>
                <a:path h="170872" w="1698472">
                  <a:moveTo>
                    <a:pt x="11492" y="0"/>
                  </a:moveTo>
                  <a:lnTo>
                    <a:pt x="1686981" y="0"/>
                  </a:lnTo>
                  <a:cubicBezTo>
                    <a:pt x="1693328" y="0"/>
                    <a:pt x="1698472" y="5145"/>
                    <a:pt x="1698472" y="11492"/>
                  </a:cubicBezTo>
                  <a:lnTo>
                    <a:pt x="1698472" y="159381"/>
                  </a:lnTo>
                  <a:cubicBezTo>
                    <a:pt x="1698472" y="162429"/>
                    <a:pt x="1697262" y="165352"/>
                    <a:pt x="1695107" y="167507"/>
                  </a:cubicBezTo>
                  <a:cubicBezTo>
                    <a:pt x="1692952" y="169662"/>
                    <a:pt x="1690029" y="170872"/>
                    <a:pt x="1686981" y="170872"/>
                  </a:cubicBezTo>
                  <a:lnTo>
                    <a:pt x="11492" y="170872"/>
                  </a:lnTo>
                  <a:cubicBezTo>
                    <a:pt x="8444" y="170872"/>
                    <a:pt x="5521" y="169662"/>
                    <a:pt x="3366" y="167507"/>
                  </a:cubicBezTo>
                  <a:cubicBezTo>
                    <a:pt x="1211" y="165352"/>
                    <a:pt x="0" y="162429"/>
                    <a:pt x="0" y="159381"/>
                  </a:cubicBezTo>
                  <a:lnTo>
                    <a:pt x="0" y="11492"/>
                  </a:lnTo>
                  <a:cubicBezTo>
                    <a:pt x="0" y="8444"/>
                    <a:pt x="1211" y="5521"/>
                    <a:pt x="3366" y="3366"/>
                  </a:cubicBezTo>
                  <a:cubicBezTo>
                    <a:pt x="5521" y="1211"/>
                    <a:pt x="8444" y="0"/>
                    <a:pt x="11492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698473" cy="228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7550836" y="3524756"/>
            <a:ext cx="211023" cy="211023"/>
          </a:xfrm>
          <a:custGeom>
            <a:avLst/>
            <a:gdLst/>
            <a:ahLst/>
            <a:cxnLst/>
            <a:rect r="r" b="b" t="t" l="l"/>
            <a:pathLst>
              <a:path h="211023" w="211023">
                <a:moveTo>
                  <a:pt x="0" y="0"/>
                </a:moveTo>
                <a:lnTo>
                  <a:pt x="211022" y="0"/>
                </a:lnTo>
                <a:lnTo>
                  <a:pt x="211022" y="211022"/>
                </a:lnTo>
                <a:lnTo>
                  <a:pt x="0" y="211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3201378" y="3035350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Numero de Personas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412400" y="346094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100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16493334" y="4290848"/>
            <a:ext cx="142604" cy="142604"/>
          </a:xfrm>
          <a:custGeom>
            <a:avLst/>
            <a:gdLst/>
            <a:ahLst/>
            <a:cxnLst/>
            <a:rect r="r" b="b" t="t" l="l"/>
            <a:pathLst>
              <a:path h="142604" w="142604">
                <a:moveTo>
                  <a:pt x="0" y="0"/>
                </a:moveTo>
                <a:lnTo>
                  <a:pt x="142603" y="0"/>
                </a:lnTo>
                <a:lnTo>
                  <a:pt x="142603" y="142603"/>
                </a:lnTo>
                <a:lnTo>
                  <a:pt x="0" y="142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8" id="68"/>
          <p:cNvSpPr txBox="true"/>
          <p:nvPr/>
        </p:nvSpPr>
        <p:spPr>
          <a:xfrm rot="0">
            <a:off x="13277190" y="3969248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Productos Incluidos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299798" y="4376573"/>
            <a:ext cx="3215719" cy="91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Dj ($2,500)</a:t>
            </a:r>
          </a:p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Decoración Premiun</a:t>
            </a:r>
          </a:p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Mesero adicional ($500/persona)</a:t>
            </a:r>
          </a:p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Hora extra ($1,500/hora)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6493334" y="4547062"/>
            <a:ext cx="142604" cy="142604"/>
          </a:xfrm>
          <a:custGeom>
            <a:avLst/>
            <a:gdLst/>
            <a:ahLst/>
            <a:cxnLst/>
            <a:rect r="r" b="b" t="t" l="l"/>
            <a:pathLst>
              <a:path h="142604" w="142604">
                <a:moveTo>
                  <a:pt x="0" y="0"/>
                </a:moveTo>
                <a:lnTo>
                  <a:pt x="142603" y="0"/>
                </a:lnTo>
                <a:lnTo>
                  <a:pt x="142603" y="142603"/>
                </a:lnTo>
                <a:lnTo>
                  <a:pt x="0" y="142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1" id="71"/>
          <p:cNvSpPr/>
          <p:nvPr/>
        </p:nvSpPr>
        <p:spPr>
          <a:xfrm flipH="false" flipV="false" rot="0">
            <a:off x="16493334" y="4880017"/>
            <a:ext cx="142604" cy="142604"/>
          </a:xfrm>
          <a:custGeom>
            <a:avLst/>
            <a:gdLst/>
            <a:ahLst/>
            <a:cxnLst/>
            <a:rect r="r" b="b" t="t" l="l"/>
            <a:pathLst>
              <a:path h="142604" w="142604">
                <a:moveTo>
                  <a:pt x="0" y="0"/>
                </a:moveTo>
                <a:lnTo>
                  <a:pt x="142603" y="0"/>
                </a:lnTo>
                <a:lnTo>
                  <a:pt x="142603" y="142604"/>
                </a:lnTo>
                <a:lnTo>
                  <a:pt x="0" y="142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2" id="72"/>
          <p:cNvSpPr/>
          <p:nvPr/>
        </p:nvSpPr>
        <p:spPr>
          <a:xfrm flipH="false" flipV="false" rot="0">
            <a:off x="16493334" y="5213121"/>
            <a:ext cx="142604" cy="142604"/>
          </a:xfrm>
          <a:custGeom>
            <a:avLst/>
            <a:gdLst/>
            <a:ahLst/>
            <a:cxnLst/>
            <a:rect r="r" b="b" t="t" l="l"/>
            <a:pathLst>
              <a:path h="142604" w="142604">
                <a:moveTo>
                  <a:pt x="0" y="0"/>
                </a:moveTo>
                <a:lnTo>
                  <a:pt x="142603" y="0"/>
                </a:lnTo>
                <a:lnTo>
                  <a:pt x="142603" y="142603"/>
                </a:lnTo>
                <a:lnTo>
                  <a:pt x="0" y="142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3" id="73"/>
          <p:cNvSpPr txBox="true"/>
          <p:nvPr/>
        </p:nvSpPr>
        <p:spPr>
          <a:xfrm rot="0">
            <a:off x="14408760" y="5765299"/>
            <a:ext cx="3533504" cy="149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6"/>
              </a:lnSpc>
            </a:pPr>
            <a:r>
              <a:rPr lang="en-US" sz="17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 base: $12,000.00</a:t>
            </a:r>
          </a:p>
          <a:p>
            <a:pPr algn="just">
              <a:lnSpc>
                <a:spcPts val="2386"/>
              </a:lnSpc>
            </a:pPr>
            <a:r>
              <a:rPr lang="en-US" sz="17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Servicios adicionales: $0.00</a:t>
            </a:r>
          </a:p>
          <a:p>
            <a:pPr algn="just">
              <a:lnSpc>
                <a:spcPts val="2386"/>
              </a:lnSpc>
            </a:pPr>
            <a:r>
              <a:rPr lang="en-US" sz="17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Subtotal: $12,000.00</a:t>
            </a:r>
          </a:p>
          <a:p>
            <a:pPr algn="just">
              <a:lnSpc>
                <a:spcPts val="2386"/>
              </a:lnSpc>
            </a:pPr>
            <a:r>
              <a:rPr lang="en-US" sz="17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IVA (16%): $1,920.00</a:t>
            </a:r>
          </a:p>
          <a:p>
            <a:pPr algn="just">
              <a:lnSpc>
                <a:spcPts val="2386"/>
              </a:lnSpc>
              <a:spcBef>
                <a:spcPct val="0"/>
              </a:spcBef>
            </a:pPr>
            <a:r>
              <a:rPr lang="en-US" sz="1704">
                <a:solidFill>
                  <a:srgbClr val="3F51B5"/>
                </a:solidFill>
                <a:latin typeface="Poppins"/>
                <a:ea typeface="Poppins"/>
                <a:cs typeface="Poppins"/>
                <a:sym typeface="Poppins"/>
              </a:rPr>
              <a:t>Total: $13,920.00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3620346" y="7738754"/>
            <a:ext cx="1939008" cy="529566"/>
            <a:chOff x="0" y="0"/>
            <a:chExt cx="597460" cy="16317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7460" cy="163173"/>
            </a:xfrm>
            <a:custGeom>
              <a:avLst/>
              <a:gdLst/>
              <a:ahLst/>
              <a:cxnLst/>
              <a:rect r="r" b="b" t="t" l="l"/>
              <a:pathLst>
                <a:path h="163173" w="597460">
                  <a:moveTo>
                    <a:pt x="19964" y="0"/>
                  </a:moveTo>
                  <a:lnTo>
                    <a:pt x="577496" y="0"/>
                  </a:lnTo>
                  <a:cubicBezTo>
                    <a:pt x="582791" y="0"/>
                    <a:pt x="587868" y="2103"/>
                    <a:pt x="591612" y="5847"/>
                  </a:cubicBezTo>
                  <a:cubicBezTo>
                    <a:pt x="595356" y="9591"/>
                    <a:pt x="597460" y="14669"/>
                    <a:pt x="597460" y="19964"/>
                  </a:cubicBezTo>
                  <a:lnTo>
                    <a:pt x="597460" y="143210"/>
                  </a:lnTo>
                  <a:cubicBezTo>
                    <a:pt x="597460" y="148504"/>
                    <a:pt x="595356" y="153582"/>
                    <a:pt x="591612" y="157326"/>
                  </a:cubicBezTo>
                  <a:cubicBezTo>
                    <a:pt x="587868" y="161070"/>
                    <a:pt x="582791" y="163173"/>
                    <a:pt x="577496" y="163173"/>
                  </a:cubicBezTo>
                  <a:lnTo>
                    <a:pt x="19964" y="163173"/>
                  </a:lnTo>
                  <a:cubicBezTo>
                    <a:pt x="14669" y="163173"/>
                    <a:pt x="9591" y="161070"/>
                    <a:pt x="5847" y="157326"/>
                  </a:cubicBezTo>
                  <a:cubicBezTo>
                    <a:pt x="2103" y="153582"/>
                    <a:pt x="0" y="148504"/>
                    <a:pt x="0" y="143210"/>
                  </a:cubicBezTo>
                  <a:lnTo>
                    <a:pt x="0" y="19964"/>
                  </a:lnTo>
                  <a:cubicBezTo>
                    <a:pt x="0" y="14669"/>
                    <a:pt x="2103" y="9591"/>
                    <a:pt x="5847" y="5847"/>
                  </a:cubicBezTo>
                  <a:cubicBezTo>
                    <a:pt x="9591" y="2103"/>
                    <a:pt x="14669" y="0"/>
                    <a:pt x="19964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597460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659790" y="7703198"/>
            <a:ext cx="2281649" cy="565122"/>
            <a:chOff x="0" y="0"/>
            <a:chExt cx="698916" cy="1731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8916" cy="173108"/>
            </a:xfrm>
            <a:custGeom>
              <a:avLst/>
              <a:gdLst/>
              <a:ahLst/>
              <a:cxnLst/>
              <a:rect r="r" b="b" t="t" l="l"/>
              <a:pathLst>
                <a:path h="173108" w="698916">
                  <a:moveTo>
                    <a:pt x="16966" y="0"/>
                  </a:moveTo>
                  <a:lnTo>
                    <a:pt x="681950" y="0"/>
                  </a:lnTo>
                  <a:cubicBezTo>
                    <a:pt x="686450" y="0"/>
                    <a:pt x="690765" y="1787"/>
                    <a:pt x="693946" y="4969"/>
                  </a:cubicBezTo>
                  <a:cubicBezTo>
                    <a:pt x="697128" y="8151"/>
                    <a:pt x="698916" y="12466"/>
                    <a:pt x="698916" y="16966"/>
                  </a:cubicBezTo>
                  <a:lnTo>
                    <a:pt x="698916" y="156143"/>
                  </a:lnTo>
                  <a:cubicBezTo>
                    <a:pt x="698916" y="160642"/>
                    <a:pt x="697128" y="164958"/>
                    <a:pt x="693946" y="168139"/>
                  </a:cubicBezTo>
                  <a:cubicBezTo>
                    <a:pt x="690765" y="171321"/>
                    <a:pt x="686450" y="173108"/>
                    <a:pt x="681950" y="173108"/>
                  </a:cubicBezTo>
                  <a:lnTo>
                    <a:pt x="16966" y="173108"/>
                  </a:lnTo>
                  <a:cubicBezTo>
                    <a:pt x="12466" y="173108"/>
                    <a:pt x="8151" y="171321"/>
                    <a:pt x="4969" y="168139"/>
                  </a:cubicBezTo>
                  <a:cubicBezTo>
                    <a:pt x="1787" y="164958"/>
                    <a:pt x="0" y="160642"/>
                    <a:pt x="0" y="156143"/>
                  </a:cubicBezTo>
                  <a:lnTo>
                    <a:pt x="0" y="16966"/>
                  </a:lnTo>
                  <a:cubicBezTo>
                    <a:pt x="0" y="12466"/>
                    <a:pt x="1787" y="8151"/>
                    <a:pt x="4969" y="4969"/>
                  </a:cubicBezTo>
                  <a:cubicBezTo>
                    <a:pt x="8151" y="1787"/>
                    <a:pt x="12466" y="0"/>
                    <a:pt x="16966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698916" cy="230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3782102" y="7853535"/>
            <a:ext cx="1615497" cy="28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  <a:spcBef>
                <a:spcPct val="0"/>
              </a:spcBef>
            </a:pPr>
            <a:r>
              <a:rPr lang="en-US" b="true" sz="16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Calcular Precio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762090" y="7825395"/>
            <a:ext cx="2053748" cy="2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  <a:spcBef>
                <a:spcPct val="0"/>
              </a:spcBef>
            </a:pPr>
            <a:r>
              <a:rPr lang="en-US" b="true" sz="16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Generar Cotización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8" id="98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101" id="101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341381" y="3069612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356188" y="3845463"/>
            <a:ext cx="474288" cy="474288"/>
          </a:xfrm>
          <a:custGeom>
            <a:avLst/>
            <a:gdLst/>
            <a:ahLst/>
            <a:cxnLst/>
            <a:rect r="r" b="b" t="t" l="l"/>
            <a:pathLst>
              <a:path h="474288" w="474288">
                <a:moveTo>
                  <a:pt x="0" y="0"/>
                </a:moveTo>
                <a:lnTo>
                  <a:pt x="474287" y="0"/>
                </a:lnTo>
                <a:lnTo>
                  <a:pt x="474287" y="474287"/>
                </a:lnTo>
                <a:lnTo>
                  <a:pt x="0" y="4742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6" id="106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768163" y="1088609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903104" y="1689774"/>
            <a:ext cx="10860092" cy="532553"/>
            <a:chOff x="0" y="0"/>
            <a:chExt cx="3911313" cy="1918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11312" cy="191802"/>
            </a:xfrm>
            <a:custGeom>
              <a:avLst/>
              <a:gdLst/>
              <a:ahLst/>
              <a:cxnLst/>
              <a:rect r="r" b="b" t="t" l="l"/>
              <a:pathLst>
                <a:path h="191802" w="3911312">
                  <a:moveTo>
                    <a:pt x="4990" y="0"/>
                  </a:moveTo>
                  <a:lnTo>
                    <a:pt x="3906322" y="0"/>
                  </a:lnTo>
                  <a:cubicBezTo>
                    <a:pt x="3907646" y="0"/>
                    <a:pt x="3908915" y="526"/>
                    <a:pt x="3909851" y="1462"/>
                  </a:cubicBezTo>
                  <a:cubicBezTo>
                    <a:pt x="3910787" y="2397"/>
                    <a:pt x="3911312" y="3667"/>
                    <a:pt x="3911312" y="4990"/>
                  </a:cubicBezTo>
                  <a:lnTo>
                    <a:pt x="3911312" y="186811"/>
                  </a:lnTo>
                  <a:cubicBezTo>
                    <a:pt x="3911312" y="189567"/>
                    <a:pt x="3909078" y="191802"/>
                    <a:pt x="3906322" y="191802"/>
                  </a:cubicBezTo>
                  <a:lnTo>
                    <a:pt x="4990" y="191802"/>
                  </a:lnTo>
                  <a:cubicBezTo>
                    <a:pt x="2234" y="191802"/>
                    <a:pt x="0" y="189567"/>
                    <a:pt x="0" y="186811"/>
                  </a:cubicBezTo>
                  <a:lnTo>
                    <a:pt x="0" y="4990"/>
                  </a:lnTo>
                  <a:cubicBezTo>
                    <a:pt x="0" y="2234"/>
                    <a:pt x="2234" y="0"/>
                    <a:pt x="49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911313" cy="24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03104" y="2708159"/>
            <a:ext cx="4939900" cy="618686"/>
            <a:chOff x="0" y="0"/>
            <a:chExt cx="1779128" cy="2228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9128" cy="222823"/>
            </a:xfrm>
            <a:custGeom>
              <a:avLst/>
              <a:gdLst/>
              <a:ahLst/>
              <a:cxnLst/>
              <a:rect r="r" b="b" t="t" l="l"/>
              <a:pathLst>
                <a:path h="222823" w="1779128">
                  <a:moveTo>
                    <a:pt x="10971" y="0"/>
                  </a:moveTo>
                  <a:lnTo>
                    <a:pt x="1768158" y="0"/>
                  </a:lnTo>
                  <a:cubicBezTo>
                    <a:pt x="1774216" y="0"/>
                    <a:pt x="1779128" y="4912"/>
                    <a:pt x="1779128" y="10971"/>
                  </a:cubicBezTo>
                  <a:lnTo>
                    <a:pt x="1779128" y="211852"/>
                  </a:lnTo>
                  <a:cubicBezTo>
                    <a:pt x="1779128" y="217911"/>
                    <a:pt x="1774216" y="222823"/>
                    <a:pt x="1768158" y="222823"/>
                  </a:cubicBezTo>
                  <a:lnTo>
                    <a:pt x="10971" y="222823"/>
                  </a:lnTo>
                  <a:cubicBezTo>
                    <a:pt x="4912" y="222823"/>
                    <a:pt x="0" y="217911"/>
                    <a:pt x="0" y="211852"/>
                  </a:cubicBezTo>
                  <a:lnTo>
                    <a:pt x="0" y="10971"/>
                  </a:lnTo>
                  <a:cubicBezTo>
                    <a:pt x="0" y="4912"/>
                    <a:pt x="4912" y="0"/>
                    <a:pt x="10971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79128" cy="279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32457" y="2741507"/>
            <a:ext cx="5030739" cy="560224"/>
            <a:chOff x="0" y="0"/>
            <a:chExt cx="1811844" cy="201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11844" cy="201767"/>
            </a:xfrm>
            <a:custGeom>
              <a:avLst/>
              <a:gdLst/>
              <a:ahLst/>
              <a:cxnLst/>
              <a:rect r="r" b="b" t="t" l="l"/>
              <a:pathLst>
                <a:path h="201767" w="1811844">
                  <a:moveTo>
                    <a:pt x="10772" y="0"/>
                  </a:moveTo>
                  <a:lnTo>
                    <a:pt x="1801072" y="0"/>
                  </a:lnTo>
                  <a:cubicBezTo>
                    <a:pt x="1807021" y="0"/>
                    <a:pt x="1811844" y="4823"/>
                    <a:pt x="1811844" y="10772"/>
                  </a:cubicBezTo>
                  <a:lnTo>
                    <a:pt x="1811844" y="190995"/>
                  </a:lnTo>
                  <a:cubicBezTo>
                    <a:pt x="1811844" y="193852"/>
                    <a:pt x="1810709" y="196592"/>
                    <a:pt x="1808689" y="198612"/>
                  </a:cubicBezTo>
                  <a:cubicBezTo>
                    <a:pt x="1806669" y="200632"/>
                    <a:pt x="1803929" y="201767"/>
                    <a:pt x="1801072" y="201767"/>
                  </a:cubicBezTo>
                  <a:lnTo>
                    <a:pt x="10772" y="201767"/>
                  </a:lnTo>
                  <a:cubicBezTo>
                    <a:pt x="7915" y="201767"/>
                    <a:pt x="5175" y="200632"/>
                    <a:pt x="3155" y="198612"/>
                  </a:cubicBezTo>
                  <a:cubicBezTo>
                    <a:pt x="1135" y="196592"/>
                    <a:pt x="0" y="193852"/>
                    <a:pt x="0" y="190995"/>
                  </a:cubicBezTo>
                  <a:lnTo>
                    <a:pt x="0" y="10772"/>
                  </a:lnTo>
                  <a:cubicBezTo>
                    <a:pt x="0" y="7915"/>
                    <a:pt x="1135" y="5175"/>
                    <a:pt x="3155" y="3155"/>
                  </a:cubicBezTo>
                  <a:cubicBezTo>
                    <a:pt x="5175" y="1135"/>
                    <a:pt x="7915" y="0"/>
                    <a:pt x="10772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811844" cy="258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03104" y="3948471"/>
            <a:ext cx="10860092" cy="556254"/>
            <a:chOff x="0" y="0"/>
            <a:chExt cx="3911313" cy="2003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11312" cy="200337"/>
            </a:xfrm>
            <a:custGeom>
              <a:avLst/>
              <a:gdLst/>
              <a:ahLst/>
              <a:cxnLst/>
              <a:rect r="r" b="b" t="t" l="l"/>
              <a:pathLst>
                <a:path h="200337" w="3911312">
                  <a:moveTo>
                    <a:pt x="4990" y="0"/>
                  </a:moveTo>
                  <a:lnTo>
                    <a:pt x="3906322" y="0"/>
                  </a:lnTo>
                  <a:cubicBezTo>
                    <a:pt x="3907646" y="0"/>
                    <a:pt x="3908915" y="526"/>
                    <a:pt x="3909851" y="1462"/>
                  </a:cubicBezTo>
                  <a:cubicBezTo>
                    <a:pt x="3910787" y="2397"/>
                    <a:pt x="3911312" y="3667"/>
                    <a:pt x="3911312" y="4990"/>
                  </a:cubicBezTo>
                  <a:lnTo>
                    <a:pt x="3911312" y="195347"/>
                  </a:lnTo>
                  <a:cubicBezTo>
                    <a:pt x="3911312" y="198103"/>
                    <a:pt x="3909078" y="200337"/>
                    <a:pt x="3906322" y="200337"/>
                  </a:cubicBezTo>
                  <a:lnTo>
                    <a:pt x="4990" y="200337"/>
                  </a:lnTo>
                  <a:cubicBezTo>
                    <a:pt x="2234" y="200337"/>
                    <a:pt x="0" y="198103"/>
                    <a:pt x="0" y="195347"/>
                  </a:cubicBezTo>
                  <a:lnTo>
                    <a:pt x="0" y="4990"/>
                  </a:lnTo>
                  <a:cubicBezTo>
                    <a:pt x="0" y="2234"/>
                    <a:pt x="2234" y="0"/>
                    <a:pt x="49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911313" cy="25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03104" y="5035875"/>
            <a:ext cx="10860092" cy="2117767"/>
            <a:chOff x="0" y="0"/>
            <a:chExt cx="3911313" cy="762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11312" cy="762724"/>
            </a:xfrm>
            <a:custGeom>
              <a:avLst/>
              <a:gdLst/>
              <a:ahLst/>
              <a:cxnLst/>
              <a:rect r="r" b="b" t="t" l="l"/>
              <a:pathLst>
                <a:path h="762724" w="3911312">
                  <a:moveTo>
                    <a:pt x="4990" y="0"/>
                  </a:moveTo>
                  <a:lnTo>
                    <a:pt x="3906322" y="0"/>
                  </a:lnTo>
                  <a:cubicBezTo>
                    <a:pt x="3907646" y="0"/>
                    <a:pt x="3908915" y="526"/>
                    <a:pt x="3909851" y="1462"/>
                  </a:cubicBezTo>
                  <a:cubicBezTo>
                    <a:pt x="3910787" y="2397"/>
                    <a:pt x="3911312" y="3667"/>
                    <a:pt x="3911312" y="4990"/>
                  </a:cubicBezTo>
                  <a:lnTo>
                    <a:pt x="3911312" y="757733"/>
                  </a:lnTo>
                  <a:cubicBezTo>
                    <a:pt x="3911312" y="760489"/>
                    <a:pt x="3909078" y="762724"/>
                    <a:pt x="3906322" y="762724"/>
                  </a:cubicBezTo>
                  <a:lnTo>
                    <a:pt x="4990" y="762724"/>
                  </a:lnTo>
                  <a:cubicBezTo>
                    <a:pt x="3667" y="762724"/>
                    <a:pt x="2397" y="762198"/>
                    <a:pt x="1462" y="761262"/>
                  </a:cubicBezTo>
                  <a:cubicBezTo>
                    <a:pt x="526" y="760326"/>
                    <a:pt x="0" y="759057"/>
                    <a:pt x="0" y="757733"/>
                  </a:cubicBezTo>
                  <a:lnTo>
                    <a:pt x="0" y="4990"/>
                  </a:lnTo>
                  <a:cubicBezTo>
                    <a:pt x="0" y="2234"/>
                    <a:pt x="2234" y="0"/>
                    <a:pt x="49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911313" cy="819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696042" y="7863244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7143717" y="7806094"/>
            <a:ext cx="2792939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sillas (100)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Dj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catering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696042" y="8422591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6696042" y="8861406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9628369" y="7738754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9628369" y="8298101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628369" y="8861406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10136681" y="7694896"/>
            <a:ext cx="2792939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Manteles (10)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Decoración Estándar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621333" y="7627556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2621333" y="8186903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1" id="31"/>
          <p:cNvGrpSpPr/>
          <p:nvPr/>
        </p:nvGrpSpPr>
        <p:grpSpPr>
          <a:xfrm rot="0">
            <a:off x="9098760" y="9465349"/>
            <a:ext cx="1694261" cy="619548"/>
            <a:chOff x="0" y="0"/>
            <a:chExt cx="446225" cy="1631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51445" y="9465349"/>
            <a:ext cx="2266518" cy="619548"/>
            <a:chOff x="0" y="0"/>
            <a:chExt cx="596943" cy="1631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903104" y="350138"/>
            <a:ext cx="3471862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Nuevo Paquete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903104" y="1315798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del Paquete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135913" y="1797916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del Paquete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03104" y="2334182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Tipo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32457" y="2334182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Capacidad (personas)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903104" y="3574495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Base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903104" y="4666650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057585" y="5073975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Detalles de paquete...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903104" y="7320319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Productos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903104" y="7880044"/>
            <a:ext cx="2792939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Mesas (10)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meseros (5)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Equipo de Audio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9374331" y="9587057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54736" y="9587057"/>
            <a:ext cx="109561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341381" y="3069612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356188" y="3845463"/>
            <a:ext cx="474288" cy="474288"/>
          </a:xfrm>
          <a:custGeom>
            <a:avLst/>
            <a:gdLst/>
            <a:ahLst/>
            <a:cxnLst/>
            <a:rect r="r" b="b" t="t" l="l"/>
            <a:pathLst>
              <a:path h="474288" w="474288">
                <a:moveTo>
                  <a:pt x="0" y="0"/>
                </a:moveTo>
                <a:lnTo>
                  <a:pt x="474287" y="0"/>
                </a:lnTo>
                <a:lnTo>
                  <a:pt x="474287" y="474287"/>
                </a:lnTo>
                <a:lnTo>
                  <a:pt x="0" y="4742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4" id="74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768163" y="1088609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903104" y="1689774"/>
            <a:ext cx="10860092" cy="532553"/>
            <a:chOff x="0" y="0"/>
            <a:chExt cx="3911313" cy="1918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11312" cy="191802"/>
            </a:xfrm>
            <a:custGeom>
              <a:avLst/>
              <a:gdLst/>
              <a:ahLst/>
              <a:cxnLst/>
              <a:rect r="r" b="b" t="t" l="l"/>
              <a:pathLst>
                <a:path h="191802" w="3911312">
                  <a:moveTo>
                    <a:pt x="4990" y="0"/>
                  </a:moveTo>
                  <a:lnTo>
                    <a:pt x="3906322" y="0"/>
                  </a:lnTo>
                  <a:cubicBezTo>
                    <a:pt x="3907646" y="0"/>
                    <a:pt x="3908915" y="526"/>
                    <a:pt x="3909851" y="1462"/>
                  </a:cubicBezTo>
                  <a:cubicBezTo>
                    <a:pt x="3910787" y="2397"/>
                    <a:pt x="3911312" y="3667"/>
                    <a:pt x="3911312" y="4990"/>
                  </a:cubicBezTo>
                  <a:lnTo>
                    <a:pt x="3911312" y="186811"/>
                  </a:lnTo>
                  <a:cubicBezTo>
                    <a:pt x="3911312" y="189567"/>
                    <a:pt x="3909078" y="191802"/>
                    <a:pt x="3906322" y="191802"/>
                  </a:cubicBezTo>
                  <a:lnTo>
                    <a:pt x="4990" y="191802"/>
                  </a:lnTo>
                  <a:cubicBezTo>
                    <a:pt x="2234" y="191802"/>
                    <a:pt x="0" y="189567"/>
                    <a:pt x="0" y="186811"/>
                  </a:cubicBezTo>
                  <a:lnTo>
                    <a:pt x="0" y="4990"/>
                  </a:lnTo>
                  <a:cubicBezTo>
                    <a:pt x="0" y="2234"/>
                    <a:pt x="2234" y="0"/>
                    <a:pt x="49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911313" cy="24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03104" y="2708159"/>
            <a:ext cx="4939900" cy="618686"/>
            <a:chOff x="0" y="0"/>
            <a:chExt cx="1779128" cy="2228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9128" cy="222823"/>
            </a:xfrm>
            <a:custGeom>
              <a:avLst/>
              <a:gdLst/>
              <a:ahLst/>
              <a:cxnLst/>
              <a:rect r="r" b="b" t="t" l="l"/>
              <a:pathLst>
                <a:path h="222823" w="1779128">
                  <a:moveTo>
                    <a:pt x="10971" y="0"/>
                  </a:moveTo>
                  <a:lnTo>
                    <a:pt x="1768158" y="0"/>
                  </a:lnTo>
                  <a:cubicBezTo>
                    <a:pt x="1774216" y="0"/>
                    <a:pt x="1779128" y="4912"/>
                    <a:pt x="1779128" y="10971"/>
                  </a:cubicBezTo>
                  <a:lnTo>
                    <a:pt x="1779128" y="211852"/>
                  </a:lnTo>
                  <a:cubicBezTo>
                    <a:pt x="1779128" y="217911"/>
                    <a:pt x="1774216" y="222823"/>
                    <a:pt x="1768158" y="222823"/>
                  </a:cubicBezTo>
                  <a:lnTo>
                    <a:pt x="10971" y="222823"/>
                  </a:lnTo>
                  <a:cubicBezTo>
                    <a:pt x="4912" y="222823"/>
                    <a:pt x="0" y="217911"/>
                    <a:pt x="0" y="211852"/>
                  </a:cubicBezTo>
                  <a:lnTo>
                    <a:pt x="0" y="10971"/>
                  </a:lnTo>
                  <a:cubicBezTo>
                    <a:pt x="0" y="4912"/>
                    <a:pt x="4912" y="0"/>
                    <a:pt x="10971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79128" cy="279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32457" y="2741507"/>
            <a:ext cx="5030739" cy="560224"/>
            <a:chOff x="0" y="0"/>
            <a:chExt cx="1811844" cy="201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11844" cy="201767"/>
            </a:xfrm>
            <a:custGeom>
              <a:avLst/>
              <a:gdLst/>
              <a:ahLst/>
              <a:cxnLst/>
              <a:rect r="r" b="b" t="t" l="l"/>
              <a:pathLst>
                <a:path h="201767" w="1811844">
                  <a:moveTo>
                    <a:pt x="10772" y="0"/>
                  </a:moveTo>
                  <a:lnTo>
                    <a:pt x="1801072" y="0"/>
                  </a:lnTo>
                  <a:cubicBezTo>
                    <a:pt x="1807021" y="0"/>
                    <a:pt x="1811844" y="4823"/>
                    <a:pt x="1811844" y="10772"/>
                  </a:cubicBezTo>
                  <a:lnTo>
                    <a:pt x="1811844" y="190995"/>
                  </a:lnTo>
                  <a:cubicBezTo>
                    <a:pt x="1811844" y="193852"/>
                    <a:pt x="1810709" y="196592"/>
                    <a:pt x="1808689" y="198612"/>
                  </a:cubicBezTo>
                  <a:cubicBezTo>
                    <a:pt x="1806669" y="200632"/>
                    <a:pt x="1803929" y="201767"/>
                    <a:pt x="1801072" y="201767"/>
                  </a:cubicBezTo>
                  <a:lnTo>
                    <a:pt x="10772" y="201767"/>
                  </a:lnTo>
                  <a:cubicBezTo>
                    <a:pt x="7915" y="201767"/>
                    <a:pt x="5175" y="200632"/>
                    <a:pt x="3155" y="198612"/>
                  </a:cubicBezTo>
                  <a:cubicBezTo>
                    <a:pt x="1135" y="196592"/>
                    <a:pt x="0" y="193852"/>
                    <a:pt x="0" y="190995"/>
                  </a:cubicBezTo>
                  <a:lnTo>
                    <a:pt x="0" y="10772"/>
                  </a:lnTo>
                  <a:cubicBezTo>
                    <a:pt x="0" y="7915"/>
                    <a:pt x="1135" y="5175"/>
                    <a:pt x="3155" y="3155"/>
                  </a:cubicBezTo>
                  <a:cubicBezTo>
                    <a:pt x="5175" y="1135"/>
                    <a:pt x="7915" y="0"/>
                    <a:pt x="10772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811844" cy="258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03104" y="3948471"/>
            <a:ext cx="10860092" cy="556254"/>
            <a:chOff x="0" y="0"/>
            <a:chExt cx="3911313" cy="2003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11312" cy="200337"/>
            </a:xfrm>
            <a:custGeom>
              <a:avLst/>
              <a:gdLst/>
              <a:ahLst/>
              <a:cxnLst/>
              <a:rect r="r" b="b" t="t" l="l"/>
              <a:pathLst>
                <a:path h="200337" w="3911312">
                  <a:moveTo>
                    <a:pt x="4990" y="0"/>
                  </a:moveTo>
                  <a:lnTo>
                    <a:pt x="3906322" y="0"/>
                  </a:lnTo>
                  <a:cubicBezTo>
                    <a:pt x="3907646" y="0"/>
                    <a:pt x="3908915" y="526"/>
                    <a:pt x="3909851" y="1462"/>
                  </a:cubicBezTo>
                  <a:cubicBezTo>
                    <a:pt x="3910787" y="2397"/>
                    <a:pt x="3911312" y="3667"/>
                    <a:pt x="3911312" y="4990"/>
                  </a:cubicBezTo>
                  <a:lnTo>
                    <a:pt x="3911312" y="195347"/>
                  </a:lnTo>
                  <a:cubicBezTo>
                    <a:pt x="3911312" y="198103"/>
                    <a:pt x="3909078" y="200337"/>
                    <a:pt x="3906322" y="200337"/>
                  </a:cubicBezTo>
                  <a:lnTo>
                    <a:pt x="4990" y="200337"/>
                  </a:lnTo>
                  <a:cubicBezTo>
                    <a:pt x="2234" y="200337"/>
                    <a:pt x="0" y="198103"/>
                    <a:pt x="0" y="195347"/>
                  </a:cubicBezTo>
                  <a:lnTo>
                    <a:pt x="0" y="4990"/>
                  </a:lnTo>
                  <a:cubicBezTo>
                    <a:pt x="0" y="2234"/>
                    <a:pt x="2234" y="0"/>
                    <a:pt x="49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911313" cy="25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03104" y="5035875"/>
            <a:ext cx="10860092" cy="2117767"/>
            <a:chOff x="0" y="0"/>
            <a:chExt cx="3911313" cy="762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11312" cy="762724"/>
            </a:xfrm>
            <a:custGeom>
              <a:avLst/>
              <a:gdLst/>
              <a:ahLst/>
              <a:cxnLst/>
              <a:rect r="r" b="b" t="t" l="l"/>
              <a:pathLst>
                <a:path h="762724" w="3911312">
                  <a:moveTo>
                    <a:pt x="4990" y="0"/>
                  </a:moveTo>
                  <a:lnTo>
                    <a:pt x="3906322" y="0"/>
                  </a:lnTo>
                  <a:cubicBezTo>
                    <a:pt x="3907646" y="0"/>
                    <a:pt x="3908915" y="526"/>
                    <a:pt x="3909851" y="1462"/>
                  </a:cubicBezTo>
                  <a:cubicBezTo>
                    <a:pt x="3910787" y="2397"/>
                    <a:pt x="3911312" y="3667"/>
                    <a:pt x="3911312" y="4990"/>
                  </a:cubicBezTo>
                  <a:lnTo>
                    <a:pt x="3911312" y="757733"/>
                  </a:lnTo>
                  <a:cubicBezTo>
                    <a:pt x="3911312" y="760489"/>
                    <a:pt x="3909078" y="762724"/>
                    <a:pt x="3906322" y="762724"/>
                  </a:cubicBezTo>
                  <a:lnTo>
                    <a:pt x="4990" y="762724"/>
                  </a:lnTo>
                  <a:cubicBezTo>
                    <a:pt x="3667" y="762724"/>
                    <a:pt x="2397" y="762198"/>
                    <a:pt x="1462" y="761262"/>
                  </a:cubicBezTo>
                  <a:cubicBezTo>
                    <a:pt x="526" y="760326"/>
                    <a:pt x="0" y="759057"/>
                    <a:pt x="0" y="757733"/>
                  </a:cubicBezTo>
                  <a:lnTo>
                    <a:pt x="0" y="4990"/>
                  </a:lnTo>
                  <a:cubicBezTo>
                    <a:pt x="0" y="2234"/>
                    <a:pt x="2234" y="0"/>
                    <a:pt x="499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911313" cy="819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696042" y="7863244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7143717" y="7806094"/>
            <a:ext cx="2792939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sillas (100)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Dj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catering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696042" y="8422591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6696042" y="8861406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9628369" y="7738754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9628369" y="8298101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628369" y="8861406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10136681" y="7694896"/>
            <a:ext cx="2792939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Manteles (10)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Decoración Estándar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621333" y="7627556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2621333" y="8186903"/>
            <a:ext cx="248980" cy="248980"/>
          </a:xfrm>
          <a:custGeom>
            <a:avLst/>
            <a:gdLst/>
            <a:ahLst/>
            <a:cxnLst/>
            <a:rect r="r" b="b" t="t" l="l"/>
            <a:pathLst>
              <a:path h="248980" w="248980">
                <a:moveTo>
                  <a:pt x="0" y="0"/>
                </a:moveTo>
                <a:lnTo>
                  <a:pt x="248980" y="0"/>
                </a:lnTo>
                <a:lnTo>
                  <a:pt x="248980" y="248980"/>
                </a:lnTo>
                <a:lnTo>
                  <a:pt x="0" y="24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1" id="31"/>
          <p:cNvGrpSpPr/>
          <p:nvPr/>
        </p:nvGrpSpPr>
        <p:grpSpPr>
          <a:xfrm rot="0">
            <a:off x="9098760" y="9465349"/>
            <a:ext cx="1694261" cy="619548"/>
            <a:chOff x="0" y="0"/>
            <a:chExt cx="446225" cy="1631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51445" y="9465349"/>
            <a:ext cx="2266518" cy="619548"/>
            <a:chOff x="0" y="0"/>
            <a:chExt cx="596943" cy="1631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903104" y="350138"/>
            <a:ext cx="3471862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Nuevo Paquete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903104" y="1315798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del Paquete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135913" y="1797916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del Paquete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03104" y="2334182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Tipo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32457" y="2334182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Capacidad (personas)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903104" y="3574495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Base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903104" y="4666650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057585" y="5073975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Detalles de paquete...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903104" y="7320319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Productos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903104" y="7880044"/>
            <a:ext cx="2792939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Mesas (10)</a:t>
            </a:r>
          </a:p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servicio de meseros (5)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Equipo de Audio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9374331" y="9587057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54736" y="9587057"/>
            <a:ext cx="109561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EB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EB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EBF2F2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341381" y="3069612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356188" y="3845463"/>
            <a:ext cx="474288" cy="474288"/>
          </a:xfrm>
          <a:custGeom>
            <a:avLst/>
            <a:gdLst/>
            <a:ahLst/>
            <a:cxnLst/>
            <a:rect r="r" b="b" t="t" l="l"/>
            <a:pathLst>
              <a:path h="474288" w="474288">
                <a:moveTo>
                  <a:pt x="0" y="0"/>
                </a:moveTo>
                <a:lnTo>
                  <a:pt x="474287" y="0"/>
                </a:lnTo>
                <a:lnTo>
                  <a:pt x="474287" y="474287"/>
                </a:lnTo>
                <a:lnTo>
                  <a:pt x="0" y="4742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4" id="74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6975783" y="3235342"/>
            <a:ext cx="6804444" cy="4207755"/>
            <a:chOff x="0" y="0"/>
            <a:chExt cx="1792117" cy="110821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92117" cy="1108215"/>
            </a:xfrm>
            <a:custGeom>
              <a:avLst/>
              <a:gdLst/>
              <a:ahLst/>
              <a:cxnLst/>
              <a:rect r="r" b="b" t="t" l="l"/>
              <a:pathLst>
                <a:path h="1108215" w="1792117">
                  <a:moveTo>
                    <a:pt x="0" y="0"/>
                  </a:moveTo>
                  <a:lnTo>
                    <a:pt x="1792117" y="0"/>
                  </a:lnTo>
                  <a:lnTo>
                    <a:pt x="1792117" y="1108215"/>
                  </a:lnTo>
                  <a:lnTo>
                    <a:pt x="0" y="1108215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  <a:ln w="19050" cap="sq">
              <a:solidFill>
                <a:srgbClr val="D2D2D2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1792117" cy="1165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9560589" y="4096348"/>
            <a:ext cx="1358643" cy="1358643"/>
          </a:xfrm>
          <a:custGeom>
            <a:avLst/>
            <a:gdLst/>
            <a:ahLst/>
            <a:cxnLst/>
            <a:rect r="r" b="b" t="t" l="l"/>
            <a:pathLst>
              <a:path h="1358643" w="1358643">
                <a:moveTo>
                  <a:pt x="0" y="0"/>
                </a:moveTo>
                <a:lnTo>
                  <a:pt x="1358642" y="0"/>
                </a:lnTo>
                <a:lnTo>
                  <a:pt x="1358642" y="1358642"/>
                </a:lnTo>
                <a:lnTo>
                  <a:pt x="0" y="13586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4" id="84"/>
          <p:cNvSpPr txBox="true"/>
          <p:nvPr/>
        </p:nvSpPr>
        <p:spPr>
          <a:xfrm rot="0">
            <a:off x="8836682" y="5587365"/>
            <a:ext cx="3082647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F51B5"/>
                </a:solidFill>
                <a:latin typeface="Poppins"/>
                <a:ea typeface="Poppins"/>
                <a:cs typeface="Poppins"/>
                <a:sym typeface="Poppins"/>
              </a:rPr>
              <a:t>Paquete Añadido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9270223" y="6441441"/>
            <a:ext cx="2266518" cy="619548"/>
            <a:chOff x="0" y="0"/>
            <a:chExt cx="596943" cy="16317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9920723" y="6563150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768163" y="1088609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903104" y="2275686"/>
            <a:ext cx="4671935" cy="574852"/>
            <a:chOff x="0" y="0"/>
            <a:chExt cx="1682619" cy="2070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2619" cy="207036"/>
            </a:xfrm>
            <a:custGeom>
              <a:avLst/>
              <a:gdLst/>
              <a:ahLst/>
              <a:cxnLst/>
              <a:rect r="r" b="b" t="t" l="l"/>
              <a:pathLst>
                <a:path h="207036" w="1682619">
                  <a:moveTo>
                    <a:pt x="11600" y="0"/>
                  </a:moveTo>
                  <a:lnTo>
                    <a:pt x="1671019" y="0"/>
                  </a:lnTo>
                  <a:cubicBezTo>
                    <a:pt x="1674096" y="0"/>
                    <a:pt x="1677046" y="1222"/>
                    <a:pt x="1679222" y="3397"/>
                  </a:cubicBezTo>
                  <a:cubicBezTo>
                    <a:pt x="1681397" y="5573"/>
                    <a:pt x="1682619" y="8523"/>
                    <a:pt x="1682619" y="11600"/>
                  </a:cubicBezTo>
                  <a:lnTo>
                    <a:pt x="1682619" y="195436"/>
                  </a:lnTo>
                  <a:cubicBezTo>
                    <a:pt x="1682619" y="201842"/>
                    <a:pt x="1677426" y="207036"/>
                    <a:pt x="1671019" y="207036"/>
                  </a:cubicBezTo>
                  <a:lnTo>
                    <a:pt x="11600" y="207036"/>
                  </a:lnTo>
                  <a:cubicBezTo>
                    <a:pt x="5193" y="207036"/>
                    <a:pt x="0" y="201842"/>
                    <a:pt x="0" y="195436"/>
                  </a:cubicBezTo>
                  <a:lnTo>
                    <a:pt x="0" y="11600"/>
                  </a:lnTo>
                  <a:cubicBezTo>
                    <a:pt x="0" y="5193"/>
                    <a:pt x="5193" y="0"/>
                    <a:pt x="1160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82619" cy="264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37956" y="3437468"/>
            <a:ext cx="4637083" cy="593573"/>
            <a:chOff x="0" y="0"/>
            <a:chExt cx="1670067" cy="2137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70067" cy="213778"/>
            </a:xfrm>
            <a:custGeom>
              <a:avLst/>
              <a:gdLst/>
              <a:ahLst/>
              <a:cxnLst/>
              <a:rect r="r" b="b" t="t" l="l"/>
              <a:pathLst>
                <a:path h="213778" w="1670067">
                  <a:moveTo>
                    <a:pt x="11687" y="0"/>
                  </a:moveTo>
                  <a:lnTo>
                    <a:pt x="1658380" y="0"/>
                  </a:lnTo>
                  <a:cubicBezTo>
                    <a:pt x="1664834" y="0"/>
                    <a:pt x="1670067" y="5232"/>
                    <a:pt x="1670067" y="11687"/>
                  </a:cubicBezTo>
                  <a:lnTo>
                    <a:pt x="1670067" y="202091"/>
                  </a:lnTo>
                  <a:cubicBezTo>
                    <a:pt x="1670067" y="208546"/>
                    <a:pt x="1664834" y="213778"/>
                    <a:pt x="1658380" y="213778"/>
                  </a:cubicBezTo>
                  <a:lnTo>
                    <a:pt x="11687" y="213778"/>
                  </a:lnTo>
                  <a:cubicBezTo>
                    <a:pt x="5232" y="213778"/>
                    <a:pt x="0" y="208546"/>
                    <a:pt x="0" y="202091"/>
                  </a:cubicBezTo>
                  <a:lnTo>
                    <a:pt x="0" y="11687"/>
                  </a:lnTo>
                  <a:cubicBezTo>
                    <a:pt x="0" y="5232"/>
                    <a:pt x="5232" y="0"/>
                    <a:pt x="11687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70067" cy="270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17450" y="3387280"/>
            <a:ext cx="4671935" cy="616622"/>
            <a:chOff x="0" y="0"/>
            <a:chExt cx="1682619" cy="2220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2619" cy="222079"/>
            </a:xfrm>
            <a:custGeom>
              <a:avLst/>
              <a:gdLst/>
              <a:ahLst/>
              <a:cxnLst/>
              <a:rect r="r" b="b" t="t" l="l"/>
              <a:pathLst>
                <a:path h="222079" w="1682619">
                  <a:moveTo>
                    <a:pt x="11600" y="0"/>
                  </a:moveTo>
                  <a:lnTo>
                    <a:pt x="1671019" y="0"/>
                  </a:lnTo>
                  <a:cubicBezTo>
                    <a:pt x="1674096" y="0"/>
                    <a:pt x="1677046" y="1222"/>
                    <a:pt x="1679222" y="3397"/>
                  </a:cubicBezTo>
                  <a:cubicBezTo>
                    <a:pt x="1681397" y="5573"/>
                    <a:pt x="1682619" y="8523"/>
                    <a:pt x="1682619" y="11600"/>
                  </a:cubicBezTo>
                  <a:lnTo>
                    <a:pt x="1682619" y="210480"/>
                  </a:lnTo>
                  <a:cubicBezTo>
                    <a:pt x="1682619" y="216886"/>
                    <a:pt x="1677426" y="222079"/>
                    <a:pt x="1671019" y="222079"/>
                  </a:cubicBezTo>
                  <a:lnTo>
                    <a:pt x="11600" y="222079"/>
                  </a:lnTo>
                  <a:cubicBezTo>
                    <a:pt x="8523" y="222079"/>
                    <a:pt x="5573" y="220857"/>
                    <a:pt x="3397" y="218682"/>
                  </a:cubicBezTo>
                  <a:cubicBezTo>
                    <a:pt x="1222" y="216506"/>
                    <a:pt x="0" y="213556"/>
                    <a:pt x="0" y="210480"/>
                  </a:cubicBezTo>
                  <a:lnTo>
                    <a:pt x="0" y="11600"/>
                  </a:lnTo>
                  <a:cubicBezTo>
                    <a:pt x="0" y="5193"/>
                    <a:pt x="5193" y="0"/>
                    <a:pt x="1160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82619" cy="279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37956" y="4641350"/>
            <a:ext cx="11251429" cy="1237812"/>
            <a:chOff x="0" y="0"/>
            <a:chExt cx="4052255" cy="4458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52255" cy="445804"/>
            </a:xfrm>
            <a:custGeom>
              <a:avLst/>
              <a:gdLst/>
              <a:ahLst/>
              <a:cxnLst/>
              <a:rect r="r" b="b" t="t" l="l"/>
              <a:pathLst>
                <a:path h="445804" w="4052255">
                  <a:moveTo>
                    <a:pt x="4817" y="0"/>
                  </a:moveTo>
                  <a:lnTo>
                    <a:pt x="4047438" y="0"/>
                  </a:lnTo>
                  <a:cubicBezTo>
                    <a:pt x="4050098" y="0"/>
                    <a:pt x="4052255" y="2156"/>
                    <a:pt x="4052255" y="4817"/>
                  </a:cubicBezTo>
                  <a:lnTo>
                    <a:pt x="4052255" y="440987"/>
                  </a:lnTo>
                  <a:cubicBezTo>
                    <a:pt x="4052255" y="442264"/>
                    <a:pt x="4051747" y="443490"/>
                    <a:pt x="4050844" y="444393"/>
                  </a:cubicBezTo>
                  <a:cubicBezTo>
                    <a:pt x="4049940" y="445296"/>
                    <a:pt x="4048715" y="445804"/>
                    <a:pt x="4047438" y="445804"/>
                  </a:cubicBezTo>
                  <a:lnTo>
                    <a:pt x="4817" y="445804"/>
                  </a:lnTo>
                  <a:cubicBezTo>
                    <a:pt x="3539" y="445804"/>
                    <a:pt x="2314" y="445296"/>
                    <a:pt x="1411" y="444393"/>
                  </a:cubicBezTo>
                  <a:cubicBezTo>
                    <a:pt x="507" y="443490"/>
                    <a:pt x="0" y="442264"/>
                    <a:pt x="0" y="440987"/>
                  </a:cubicBezTo>
                  <a:lnTo>
                    <a:pt x="0" y="4817"/>
                  </a:lnTo>
                  <a:cubicBezTo>
                    <a:pt x="0" y="3539"/>
                    <a:pt x="507" y="2314"/>
                    <a:pt x="1411" y="1411"/>
                  </a:cubicBezTo>
                  <a:cubicBezTo>
                    <a:pt x="2314" y="507"/>
                    <a:pt x="3539" y="0"/>
                    <a:pt x="4817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052255" cy="502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>
                      <a:alpha val="23922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Paquete estándar para celebraciones con hasta 100 personas. Incluye mobiliario, decoración básica y personal de servicio.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341381" y="3069612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56188" y="3845463"/>
            <a:ext cx="474288" cy="474288"/>
          </a:xfrm>
          <a:custGeom>
            <a:avLst/>
            <a:gdLst/>
            <a:ahLst/>
            <a:cxnLst/>
            <a:rect r="r" b="b" t="t" l="l"/>
            <a:pathLst>
              <a:path h="474288" w="474288">
                <a:moveTo>
                  <a:pt x="0" y="0"/>
                </a:moveTo>
                <a:lnTo>
                  <a:pt x="474287" y="0"/>
                </a:lnTo>
                <a:lnTo>
                  <a:pt x="474287" y="474287"/>
                </a:lnTo>
                <a:lnTo>
                  <a:pt x="0" y="4742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0517450" y="2266387"/>
            <a:ext cx="4671935" cy="574852"/>
            <a:chOff x="0" y="0"/>
            <a:chExt cx="1682619" cy="2070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82619" cy="207036"/>
            </a:xfrm>
            <a:custGeom>
              <a:avLst/>
              <a:gdLst/>
              <a:ahLst/>
              <a:cxnLst/>
              <a:rect r="r" b="b" t="t" l="l"/>
              <a:pathLst>
                <a:path h="207036" w="1682619">
                  <a:moveTo>
                    <a:pt x="11600" y="0"/>
                  </a:moveTo>
                  <a:lnTo>
                    <a:pt x="1671019" y="0"/>
                  </a:lnTo>
                  <a:cubicBezTo>
                    <a:pt x="1674096" y="0"/>
                    <a:pt x="1677046" y="1222"/>
                    <a:pt x="1679222" y="3397"/>
                  </a:cubicBezTo>
                  <a:cubicBezTo>
                    <a:pt x="1681397" y="5573"/>
                    <a:pt x="1682619" y="8523"/>
                    <a:pt x="1682619" y="11600"/>
                  </a:cubicBezTo>
                  <a:lnTo>
                    <a:pt x="1682619" y="195436"/>
                  </a:lnTo>
                  <a:cubicBezTo>
                    <a:pt x="1682619" y="201842"/>
                    <a:pt x="1677426" y="207036"/>
                    <a:pt x="1671019" y="207036"/>
                  </a:cubicBezTo>
                  <a:lnTo>
                    <a:pt x="11600" y="207036"/>
                  </a:lnTo>
                  <a:cubicBezTo>
                    <a:pt x="5193" y="207036"/>
                    <a:pt x="0" y="201842"/>
                    <a:pt x="0" y="195436"/>
                  </a:cubicBezTo>
                  <a:lnTo>
                    <a:pt x="0" y="11600"/>
                  </a:lnTo>
                  <a:cubicBezTo>
                    <a:pt x="0" y="5193"/>
                    <a:pt x="5193" y="0"/>
                    <a:pt x="11600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682619" cy="264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3937956" y="6069662"/>
            <a:ext cx="5038242" cy="4184931"/>
          </a:xfrm>
          <a:custGeom>
            <a:avLst/>
            <a:gdLst/>
            <a:ahLst/>
            <a:cxnLst/>
            <a:rect r="r" b="b" t="t" l="l"/>
            <a:pathLst>
              <a:path h="4184931" w="5038242">
                <a:moveTo>
                  <a:pt x="0" y="0"/>
                </a:moveTo>
                <a:lnTo>
                  <a:pt x="5038242" y="0"/>
                </a:lnTo>
                <a:lnTo>
                  <a:pt x="5038242" y="4184931"/>
                </a:lnTo>
                <a:lnTo>
                  <a:pt x="0" y="41849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387068" y="6203012"/>
            <a:ext cx="6089948" cy="1907344"/>
          </a:xfrm>
          <a:custGeom>
            <a:avLst/>
            <a:gdLst/>
            <a:ahLst/>
            <a:cxnLst/>
            <a:rect r="r" b="b" t="t" l="l"/>
            <a:pathLst>
              <a:path h="1907344" w="6089948">
                <a:moveTo>
                  <a:pt x="0" y="0"/>
                </a:moveTo>
                <a:lnTo>
                  <a:pt x="6089948" y="0"/>
                </a:lnTo>
                <a:lnTo>
                  <a:pt x="6089948" y="1907344"/>
                </a:lnTo>
                <a:lnTo>
                  <a:pt x="0" y="19073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34606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937956" y="357766"/>
            <a:ext cx="4287917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Detalle de Paquete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903104" y="1306273"/>
            <a:ext cx="3240614" cy="3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  <a:spcBef>
                <a:spcPct val="0"/>
              </a:spcBef>
            </a:pPr>
            <a:r>
              <a:rPr lang="en-US" b="true" sz="20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Informacion de Paquete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517450" y="1833559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Tipo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937956" y="3030143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Capacidad (personas)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517450" y="2980132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Base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937956" y="4272125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903104" y="1906461"/>
            <a:ext cx="2792939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del Paquete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092437" y="2363404"/>
            <a:ext cx="1071205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Estándar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678393" y="2361170"/>
            <a:ext cx="147554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Celebración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092437" y="3534547"/>
            <a:ext cx="380286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100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697860" y="3476834"/>
            <a:ext cx="71830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12,000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037507" y="4765175"/>
            <a:ext cx="10699123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 estándar para celebraciones con hasta 100 personas. Incluye mobiliario, decoración básica y personal de servicio.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1170183" y="8653281"/>
            <a:ext cx="1694261" cy="619548"/>
            <a:chOff x="0" y="0"/>
            <a:chExt cx="446225" cy="16317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922867" y="8653281"/>
            <a:ext cx="2266518" cy="619548"/>
            <a:chOff x="0" y="0"/>
            <a:chExt cx="596943" cy="16317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1445754" y="8774989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981924" y="8774989"/>
            <a:ext cx="218408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cambios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73636" y="1046673"/>
            <a:ext cx="13266269" cy="1768838"/>
            <a:chOff x="0" y="0"/>
            <a:chExt cx="3493997" cy="4658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3997" cy="465867"/>
            </a:xfrm>
            <a:custGeom>
              <a:avLst/>
              <a:gdLst/>
              <a:ahLst/>
              <a:cxnLst/>
              <a:rect r="r" b="b" t="t" l="l"/>
              <a:pathLst>
                <a:path h="465867" w="3493997">
                  <a:moveTo>
                    <a:pt x="15173" y="0"/>
                  </a:moveTo>
                  <a:lnTo>
                    <a:pt x="3478824" y="0"/>
                  </a:lnTo>
                  <a:cubicBezTo>
                    <a:pt x="3482848" y="0"/>
                    <a:pt x="3486707" y="1599"/>
                    <a:pt x="3489553" y="4444"/>
                  </a:cubicBezTo>
                  <a:cubicBezTo>
                    <a:pt x="3492398" y="7290"/>
                    <a:pt x="3493997" y="11149"/>
                    <a:pt x="3493997" y="15173"/>
                  </a:cubicBezTo>
                  <a:lnTo>
                    <a:pt x="3493997" y="450694"/>
                  </a:lnTo>
                  <a:cubicBezTo>
                    <a:pt x="3493997" y="454718"/>
                    <a:pt x="3492398" y="458577"/>
                    <a:pt x="3489553" y="461423"/>
                  </a:cubicBezTo>
                  <a:cubicBezTo>
                    <a:pt x="3486707" y="464268"/>
                    <a:pt x="3482848" y="465867"/>
                    <a:pt x="3478824" y="465867"/>
                  </a:cubicBezTo>
                  <a:lnTo>
                    <a:pt x="15173" y="465867"/>
                  </a:lnTo>
                  <a:cubicBezTo>
                    <a:pt x="11149" y="465867"/>
                    <a:pt x="7290" y="464268"/>
                    <a:pt x="4444" y="461423"/>
                  </a:cubicBezTo>
                  <a:cubicBezTo>
                    <a:pt x="1599" y="458577"/>
                    <a:pt x="0" y="454718"/>
                    <a:pt x="0" y="450694"/>
                  </a:cubicBezTo>
                  <a:lnTo>
                    <a:pt x="0" y="15173"/>
                  </a:lnTo>
                  <a:cubicBezTo>
                    <a:pt x="0" y="11149"/>
                    <a:pt x="1599" y="7290"/>
                    <a:pt x="4444" y="4444"/>
                  </a:cubicBezTo>
                  <a:cubicBezTo>
                    <a:pt x="7290" y="1599"/>
                    <a:pt x="11149" y="0"/>
                    <a:pt x="15173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493997" cy="52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58881" y="2940880"/>
            <a:ext cx="13430028" cy="2309129"/>
            <a:chOff x="0" y="0"/>
            <a:chExt cx="3537127" cy="6081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37127" cy="608166"/>
            </a:xfrm>
            <a:custGeom>
              <a:avLst/>
              <a:gdLst/>
              <a:ahLst/>
              <a:cxnLst/>
              <a:rect r="r" b="b" t="t" l="l"/>
              <a:pathLst>
                <a:path h="608166" w="3537127">
                  <a:moveTo>
                    <a:pt x="14988" y="0"/>
                  </a:moveTo>
                  <a:lnTo>
                    <a:pt x="3522139" y="0"/>
                  </a:lnTo>
                  <a:cubicBezTo>
                    <a:pt x="3530416" y="0"/>
                    <a:pt x="3537127" y="6710"/>
                    <a:pt x="3537127" y="14988"/>
                  </a:cubicBezTo>
                  <a:lnTo>
                    <a:pt x="3537127" y="593178"/>
                  </a:lnTo>
                  <a:cubicBezTo>
                    <a:pt x="3537127" y="601455"/>
                    <a:pt x="3530416" y="608166"/>
                    <a:pt x="3522139" y="608166"/>
                  </a:cubicBezTo>
                  <a:lnTo>
                    <a:pt x="14988" y="608166"/>
                  </a:lnTo>
                  <a:cubicBezTo>
                    <a:pt x="6710" y="608166"/>
                    <a:pt x="0" y="601455"/>
                    <a:pt x="0" y="593178"/>
                  </a:cubicBezTo>
                  <a:lnTo>
                    <a:pt x="0" y="14988"/>
                  </a:lnTo>
                  <a:cubicBezTo>
                    <a:pt x="0" y="6710"/>
                    <a:pt x="6710" y="0"/>
                    <a:pt x="14988" y="0"/>
                  </a:cubicBezTo>
                  <a:close/>
                </a:path>
              </a:pathLst>
            </a:custGeom>
            <a:ln w="9525" cap="rnd">
              <a:solidFill>
                <a:srgbClr val="000000">
                  <a:alpha val="23922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537127" cy="665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37904" y="336062"/>
            <a:ext cx="2321396" cy="603572"/>
            <a:chOff x="0" y="0"/>
            <a:chExt cx="611397" cy="1589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1397" cy="158965"/>
            </a:xfrm>
            <a:custGeom>
              <a:avLst/>
              <a:gdLst/>
              <a:ahLst/>
              <a:cxnLst/>
              <a:rect r="r" b="b" t="t" l="l"/>
              <a:pathLst>
                <a:path h="158965" w="611397">
                  <a:moveTo>
                    <a:pt x="16675" y="0"/>
                  </a:moveTo>
                  <a:lnTo>
                    <a:pt x="594721" y="0"/>
                  </a:lnTo>
                  <a:cubicBezTo>
                    <a:pt x="599144" y="0"/>
                    <a:pt x="603385" y="1757"/>
                    <a:pt x="606512" y="4884"/>
                  </a:cubicBezTo>
                  <a:cubicBezTo>
                    <a:pt x="609640" y="8011"/>
                    <a:pt x="611397" y="12253"/>
                    <a:pt x="611397" y="16675"/>
                  </a:cubicBezTo>
                  <a:lnTo>
                    <a:pt x="611397" y="142290"/>
                  </a:lnTo>
                  <a:cubicBezTo>
                    <a:pt x="611397" y="146713"/>
                    <a:pt x="609640" y="150954"/>
                    <a:pt x="606512" y="154081"/>
                  </a:cubicBezTo>
                  <a:cubicBezTo>
                    <a:pt x="603385" y="157209"/>
                    <a:pt x="599144" y="158965"/>
                    <a:pt x="594721" y="158965"/>
                  </a:cubicBezTo>
                  <a:lnTo>
                    <a:pt x="16675" y="158965"/>
                  </a:lnTo>
                  <a:cubicBezTo>
                    <a:pt x="7466" y="158965"/>
                    <a:pt x="0" y="151500"/>
                    <a:pt x="0" y="142290"/>
                  </a:cubicBezTo>
                  <a:lnTo>
                    <a:pt x="0" y="16675"/>
                  </a:lnTo>
                  <a:cubicBezTo>
                    <a:pt x="0" y="7466"/>
                    <a:pt x="7466" y="0"/>
                    <a:pt x="16675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11397" cy="216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088490" y="3574986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088536" y="4005351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4063121" y="4578679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3998747" y="1570890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4049399" y="1733152"/>
            <a:ext cx="11411800" cy="744017"/>
            <a:chOff x="0" y="0"/>
            <a:chExt cx="3005577" cy="1959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05577" cy="195955"/>
            </a:xfrm>
            <a:custGeom>
              <a:avLst/>
              <a:gdLst/>
              <a:ahLst/>
              <a:cxnLst/>
              <a:rect r="r" b="b" t="t" l="l"/>
              <a:pathLst>
                <a:path h="195955" w="3005577">
                  <a:moveTo>
                    <a:pt x="4749" y="0"/>
                  </a:moveTo>
                  <a:lnTo>
                    <a:pt x="3000828" y="0"/>
                  </a:lnTo>
                  <a:cubicBezTo>
                    <a:pt x="3003451" y="0"/>
                    <a:pt x="3005577" y="2126"/>
                    <a:pt x="3005577" y="4749"/>
                  </a:cubicBezTo>
                  <a:lnTo>
                    <a:pt x="3005577" y="191206"/>
                  </a:lnTo>
                  <a:cubicBezTo>
                    <a:pt x="3005577" y="193829"/>
                    <a:pt x="3003451" y="195955"/>
                    <a:pt x="3000828" y="195955"/>
                  </a:cubicBezTo>
                  <a:lnTo>
                    <a:pt x="4749" y="195955"/>
                  </a:lnTo>
                  <a:cubicBezTo>
                    <a:pt x="2126" y="195955"/>
                    <a:pt x="0" y="193829"/>
                    <a:pt x="0" y="191206"/>
                  </a:cubicBezTo>
                  <a:lnTo>
                    <a:pt x="0" y="4749"/>
                  </a:lnTo>
                  <a:cubicBezTo>
                    <a:pt x="0" y="2126"/>
                    <a:pt x="2126" y="0"/>
                    <a:pt x="4749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005577" cy="253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785336" y="1733152"/>
            <a:ext cx="2003652" cy="734492"/>
            <a:chOff x="0" y="0"/>
            <a:chExt cx="527711" cy="1934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7711" cy="193447"/>
            </a:xfrm>
            <a:custGeom>
              <a:avLst/>
              <a:gdLst/>
              <a:ahLst/>
              <a:cxnLst/>
              <a:rect r="r" b="b" t="t" l="l"/>
              <a:pathLst>
                <a:path h="193447" w="527711">
                  <a:moveTo>
                    <a:pt x="19320" y="0"/>
                  </a:moveTo>
                  <a:lnTo>
                    <a:pt x="508391" y="0"/>
                  </a:lnTo>
                  <a:cubicBezTo>
                    <a:pt x="513515" y="0"/>
                    <a:pt x="518429" y="2035"/>
                    <a:pt x="522052" y="5659"/>
                  </a:cubicBezTo>
                  <a:cubicBezTo>
                    <a:pt x="525675" y="9282"/>
                    <a:pt x="527711" y="14196"/>
                    <a:pt x="527711" y="19320"/>
                  </a:cubicBezTo>
                  <a:lnTo>
                    <a:pt x="527711" y="174127"/>
                  </a:lnTo>
                  <a:cubicBezTo>
                    <a:pt x="527711" y="184797"/>
                    <a:pt x="519061" y="193447"/>
                    <a:pt x="508391" y="193447"/>
                  </a:cubicBezTo>
                  <a:lnTo>
                    <a:pt x="19320" y="193447"/>
                  </a:lnTo>
                  <a:cubicBezTo>
                    <a:pt x="8650" y="193447"/>
                    <a:pt x="0" y="184797"/>
                    <a:pt x="0" y="174127"/>
                  </a:cubicBezTo>
                  <a:lnTo>
                    <a:pt x="0" y="19320"/>
                  </a:lnTo>
                  <a:cubicBezTo>
                    <a:pt x="0" y="8650"/>
                    <a:pt x="8650" y="0"/>
                    <a:pt x="19320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527711" cy="250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055779" y="1874727"/>
            <a:ext cx="405421" cy="405421"/>
          </a:xfrm>
          <a:custGeom>
            <a:avLst/>
            <a:gdLst/>
            <a:ahLst/>
            <a:cxnLst/>
            <a:rect r="r" b="b" t="t" l="l"/>
            <a:pathLst>
              <a:path h="405421" w="405421">
                <a:moveTo>
                  <a:pt x="0" y="0"/>
                </a:moveTo>
                <a:lnTo>
                  <a:pt x="405421" y="0"/>
                </a:lnTo>
                <a:lnTo>
                  <a:pt x="405421" y="405421"/>
                </a:lnTo>
                <a:lnTo>
                  <a:pt x="0" y="405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846662" y="4043451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60" y="0"/>
                </a:lnTo>
                <a:lnTo>
                  <a:pt x="1855360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846662" y="4742343"/>
            <a:ext cx="1855359" cy="503773"/>
          </a:xfrm>
          <a:custGeom>
            <a:avLst/>
            <a:gdLst/>
            <a:ahLst/>
            <a:cxnLst/>
            <a:rect r="r" b="b" t="t" l="l"/>
            <a:pathLst>
              <a:path h="503773" w="1855359">
                <a:moveTo>
                  <a:pt x="0" y="0"/>
                </a:moveTo>
                <a:lnTo>
                  <a:pt x="1855360" y="0"/>
                </a:lnTo>
                <a:lnTo>
                  <a:pt x="1855360" y="503773"/>
                </a:lnTo>
                <a:lnTo>
                  <a:pt x="0" y="503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27" id="27"/>
          <p:cNvSpPr/>
          <p:nvPr/>
        </p:nvSpPr>
        <p:spPr>
          <a:xfrm>
            <a:off x="3958926" y="5989103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036679" y="6502942"/>
            <a:ext cx="5559404" cy="583752"/>
            <a:chOff x="0" y="0"/>
            <a:chExt cx="2002245" cy="2102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88117" y="6455317"/>
            <a:ext cx="5688746" cy="597474"/>
            <a:chOff x="0" y="0"/>
            <a:chExt cx="2048829" cy="2151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080126" y="7732144"/>
            <a:ext cx="5559404" cy="583752"/>
            <a:chOff x="0" y="0"/>
            <a:chExt cx="2002245" cy="21024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956032" y="7722619"/>
            <a:ext cx="5688746" cy="597474"/>
            <a:chOff x="0" y="0"/>
            <a:chExt cx="2048829" cy="2151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5266104" y="7915433"/>
            <a:ext cx="238543" cy="238543"/>
          </a:xfrm>
          <a:custGeom>
            <a:avLst/>
            <a:gdLst/>
            <a:ahLst/>
            <a:cxnLst/>
            <a:rect r="r" b="b" t="t" l="l"/>
            <a:pathLst>
              <a:path h="238543" w="238543">
                <a:moveTo>
                  <a:pt x="0" y="0"/>
                </a:moveTo>
                <a:lnTo>
                  <a:pt x="238542" y="0"/>
                </a:lnTo>
                <a:lnTo>
                  <a:pt x="238542" y="238543"/>
                </a:lnTo>
                <a:lnTo>
                  <a:pt x="0" y="238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635177" y="8986843"/>
            <a:ext cx="1694261" cy="619548"/>
            <a:chOff x="0" y="0"/>
            <a:chExt cx="446225" cy="1631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341381" y="3069612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356188" y="3845463"/>
            <a:ext cx="474288" cy="474288"/>
          </a:xfrm>
          <a:custGeom>
            <a:avLst/>
            <a:gdLst/>
            <a:ahLst/>
            <a:cxnLst/>
            <a:rect r="r" b="b" t="t" l="l"/>
            <a:pathLst>
              <a:path h="474288" w="474288">
                <a:moveTo>
                  <a:pt x="0" y="0"/>
                </a:moveTo>
                <a:lnTo>
                  <a:pt x="474287" y="0"/>
                </a:lnTo>
                <a:lnTo>
                  <a:pt x="474287" y="474287"/>
                </a:lnTo>
                <a:lnTo>
                  <a:pt x="0" y="4742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341381" y="4552249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532108" y="224090"/>
            <a:ext cx="4523899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Personal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000352" y="427797"/>
            <a:ext cx="213955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 Nuevo 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154334" y="3026393"/>
            <a:ext cx="2701885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Listado de Clientes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141872" y="3586886"/>
            <a:ext cx="12286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182747" y="4131639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Juan Pérez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209690" y="4632680"/>
            <a:ext cx="179518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 Gómez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303737" y="3586886"/>
            <a:ext cx="965408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Puesto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313320" y="4140440"/>
            <a:ext cx="216611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Mesero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328608" y="4713768"/>
            <a:ext cx="223130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Coordinadora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559916" y="3605618"/>
            <a:ext cx="131600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Teléfono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508360" y="4111865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81256933887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572008" y="4777311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8126453386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437891" y="3586886"/>
            <a:ext cx="183548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Disponibilidad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590384" y="4081684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Dsponibles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673895" y="4766308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Ocupado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5228790" y="3586886"/>
            <a:ext cx="1280741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Acciones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074899" y="1160045"/>
            <a:ext cx="319635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Buscadad de Personal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241424" y="1875824"/>
            <a:ext cx="53546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Buscar por nombre o puesto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024770" y="5440509"/>
            <a:ext cx="278130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Edición de Personal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080126" y="6124192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134968" y="6722017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Completo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864574" y="6076567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Puesto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942959" y="6531517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118057" y="7353394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Teléfono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172900" y="7865494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956032" y="7286719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010874" y="7917316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910748" y="9108551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518233" y="3586886"/>
            <a:ext cx="246569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Eventos asignados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518233" y="4111865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518233" y="4720725"/>
            <a:ext cx="153049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4154334" y="8913721"/>
            <a:ext cx="5688746" cy="597474"/>
            <a:chOff x="0" y="0"/>
            <a:chExt cx="2048829" cy="21518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0" id="110"/>
          <p:cNvSpPr/>
          <p:nvPr/>
        </p:nvSpPr>
        <p:spPr>
          <a:xfrm flipH="false" flipV="false" rot="0">
            <a:off x="9464406" y="9106535"/>
            <a:ext cx="238543" cy="238543"/>
          </a:xfrm>
          <a:custGeom>
            <a:avLst/>
            <a:gdLst/>
            <a:ahLst/>
            <a:cxnLst/>
            <a:rect r="r" b="b" t="t" l="l"/>
            <a:pathLst>
              <a:path h="238543" w="238543">
                <a:moveTo>
                  <a:pt x="0" y="0"/>
                </a:moveTo>
                <a:lnTo>
                  <a:pt x="238543" y="0"/>
                </a:lnTo>
                <a:lnTo>
                  <a:pt x="238543" y="238543"/>
                </a:lnTo>
                <a:lnTo>
                  <a:pt x="0" y="238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1" id="111"/>
          <p:cNvSpPr txBox="true"/>
          <p:nvPr/>
        </p:nvSpPr>
        <p:spPr>
          <a:xfrm rot="0">
            <a:off x="4154334" y="8477821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Disponibilidad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209177" y="9108418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Disponible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5387861" y="8986843"/>
            <a:ext cx="2266518" cy="619548"/>
            <a:chOff x="0" y="0"/>
            <a:chExt cx="596943" cy="16317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6" id="116"/>
          <p:cNvSpPr txBox="true"/>
          <p:nvPr/>
        </p:nvSpPr>
        <p:spPr>
          <a:xfrm rot="0">
            <a:off x="15446918" y="9108551"/>
            <a:ext cx="218408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cambios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958972" y="1870546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036724" y="2384385"/>
            <a:ext cx="5559404" cy="583752"/>
            <a:chOff x="0" y="0"/>
            <a:chExt cx="2002245" cy="2102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88162" y="2336760"/>
            <a:ext cx="5688746" cy="597474"/>
            <a:chOff x="0" y="0"/>
            <a:chExt cx="2048829" cy="215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80171" y="3613587"/>
            <a:ext cx="5559404" cy="583752"/>
            <a:chOff x="0" y="0"/>
            <a:chExt cx="2002245" cy="2102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56077" y="3604062"/>
            <a:ext cx="5688746" cy="597474"/>
            <a:chOff x="0" y="0"/>
            <a:chExt cx="2048829" cy="2151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266149" y="3796877"/>
            <a:ext cx="238543" cy="238543"/>
          </a:xfrm>
          <a:custGeom>
            <a:avLst/>
            <a:gdLst/>
            <a:ahLst/>
            <a:cxnLst/>
            <a:rect r="r" b="b" t="t" l="l"/>
            <a:pathLst>
              <a:path h="238543" w="238543">
                <a:moveTo>
                  <a:pt x="0" y="0"/>
                </a:moveTo>
                <a:lnTo>
                  <a:pt x="238543" y="0"/>
                </a:lnTo>
                <a:lnTo>
                  <a:pt x="238543" y="238542"/>
                </a:lnTo>
                <a:lnTo>
                  <a:pt x="0" y="23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567307" y="7082415"/>
            <a:ext cx="1694261" cy="619548"/>
            <a:chOff x="0" y="0"/>
            <a:chExt cx="446225" cy="1631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319992" y="7082415"/>
            <a:ext cx="2266518" cy="619548"/>
            <a:chOff x="0" y="0"/>
            <a:chExt cx="596943" cy="1631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41381" y="3069612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56188" y="3845463"/>
            <a:ext cx="474288" cy="474288"/>
          </a:xfrm>
          <a:custGeom>
            <a:avLst/>
            <a:gdLst/>
            <a:ahLst/>
            <a:cxnLst/>
            <a:rect r="r" b="b" t="t" l="l"/>
            <a:pathLst>
              <a:path h="474288" w="474288">
                <a:moveTo>
                  <a:pt x="0" y="0"/>
                </a:moveTo>
                <a:lnTo>
                  <a:pt x="474287" y="0"/>
                </a:lnTo>
                <a:lnTo>
                  <a:pt x="474287" y="474287"/>
                </a:lnTo>
                <a:lnTo>
                  <a:pt x="0" y="474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41381" y="4552249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958926" y="240222"/>
            <a:ext cx="3568303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Nuevo Personal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024816" y="1321952"/>
            <a:ext cx="434256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Dato Personales del Empleado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80171" y="2005635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35014" y="260346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Completo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64620" y="1958010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Puesto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43005" y="241296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118103" y="3234837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Teléfono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172946" y="3746937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956077" y="3168162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010920" y="3798759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842878" y="7204123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923283" y="7204123"/>
            <a:ext cx="109561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4154380" y="4795164"/>
            <a:ext cx="5688746" cy="597474"/>
            <a:chOff x="0" y="0"/>
            <a:chExt cx="2048829" cy="21518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9464452" y="4987979"/>
            <a:ext cx="238543" cy="238543"/>
          </a:xfrm>
          <a:custGeom>
            <a:avLst/>
            <a:gdLst/>
            <a:ahLst/>
            <a:cxnLst/>
            <a:rect r="r" b="b" t="t" l="l"/>
            <a:pathLst>
              <a:path h="238543" w="238543">
                <a:moveTo>
                  <a:pt x="0" y="0"/>
                </a:moveTo>
                <a:lnTo>
                  <a:pt x="238543" y="0"/>
                </a:lnTo>
                <a:lnTo>
                  <a:pt x="238543" y="238542"/>
                </a:lnTo>
                <a:lnTo>
                  <a:pt x="0" y="23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4154380" y="4359264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Disponibilidad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209222" y="4989861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Disponible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453556" cy="1241930"/>
            <a:chOff x="0" y="0"/>
            <a:chExt cx="909579" cy="327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578" cy="327093"/>
            </a:xfrm>
            <a:custGeom>
              <a:avLst/>
              <a:gdLst/>
              <a:ahLst/>
              <a:cxnLst/>
              <a:rect r="r" b="b" t="t" l="l"/>
              <a:pathLst>
                <a:path h="327093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327093"/>
                  </a:lnTo>
                  <a:lnTo>
                    <a:pt x="0" y="327093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09579" cy="38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958972" y="1870546"/>
            <a:ext cx="12725170" cy="30314"/>
          </a:xfrm>
          <a:prstGeom prst="line">
            <a:avLst/>
          </a:prstGeom>
          <a:ln cap="flat" w="38100">
            <a:solidFill>
              <a:srgbClr val="000000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036724" y="2384385"/>
            <a:ext cx="5559404" cy="583752"/>
            <a:chOff x="0" y="0"/>
            <a:chExt cx="2002245" cy="2102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88162" y="2336760"/>
            <a:ext cx="5688746" cy="597474"/>
            <a:chOff x="0" y="0"/>
            <a:chExt cx="2048829" cy="215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80171" y="3613587"/>
            <a:ext cx="5559404" cy="583752"/>
            <a:chOff x="0" y="0"/>
            <a:chExt cx="2002245" cy="2102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02245" cy="210241"/>
            </a:xfrm>
            <a:custGeom>
              <a:avLst/>
              <a:gdLst/>
              <a:ahLst/>
              <a:cxnLst/>
              <a:rect r="r" b="b" t="t" l="l"/>
              <a:pathLst>
                <a:path h="210241" w="2002245">
                  <a:moveTo>
                    <a:pt x="9748" y="0"/>
                  </a:moveTo>
                  <a:lnTo>
                    <a:pt x="1992497" y="0"/>
                  </a:lnTo>
                  <a:cubicBezTo>
                    <a:pt x="1995082" y="0"/>
                    <a:pt x="1997562" y="1027"/>
                    <a:pt x="1999390" y="2855"/>
                  </a:cubicBezTo>
                  <a:cubicBezTo>
                    <a:pt x="2001218" y="4683"/>
                    <a:pt x="2002245" y="7163"/>
                    <a:pt x="2002245" y="9748"/>
                  </a:cubicBezTo>
                  <a:lnTo>
                    <a:pt x="2002245" y="200493"/>
                  </a:lnTo>
                  <a:cubicBezTo>
                    <a:pt x="2002245" y="203078"/>
                    <a:pt x="2001218" y="205558"/>
                    <a:pt x="1999390" y="207386"/>
                  </a:cubicBezTo>
                  <a:cubicBezTo>
                    <a:pt x="1997562" y="209214"/>
                    <a:pt x="1995082" y="210241"/>
                    <a:pt x="1992497" y="210241"/>
                  </a:cubicBezTo>
                  <a:lnTo>
                    <a:pt x="9748" y="210241"/>
                  </a:lnTo>
                  <a:cubicBezTo>
                    <a:pt x="7163" y="210241"/>
                    <a:pt x="4683" y="209214"/>
                    <a:pt x="2855" y="207386"/>
                  </a:cubicBezTo>
                  <a:cubicBezTo>
                    <a:pt x="1027" y="205558"/>
                    <a:pt x="0" y="203078"/>
                    <a:pt x="0" y="200493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002245" cy="26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56077" y="3604062"/>
            <a:ext cx="5688746" cy="597474"/>
            <a:chOff x="0" y="0"/>
            <a:chExt cx="2048829" cy="2151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266149" y="3796877"/>
            <a:ext cx="238543" cy="238543"/>
          </a:xfrm>
          <a:custGeom>
            <a:avLst/>
            <a:gdLst/>
            <a:ahLst/>
            <a:cxnLst/>
            <a:rect r="r" b="b" t="t" l="l"/>
            <a:pathLst>
              <a:path h="238543" w="238543">
                <a:moveTo>
                  <a:pt x="0" y="0"/>
                </a:moveTo>
                <a:lnTo>
                  <a:pt x="238543" y="0"/>
                </a:lnTo>
                <a:lnTo>
                  <a:pt x="238543" y="238542"/>
                </a:lnTo>
                <a:lnTo>
                  <a:pt x="0" y="23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567307" y="7082415"/>
            <a:ext cx="1694261" cy="619548"/>
            <a:chOff x="0" y="0"/>
            <a:chExt cx="446225" cy="1631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6225" cy="163173"/>
            </a:xfrm>
            <a:custGeom>
              <a:avLst/>
              <a:gdLst/>
              <a:ahLst/>
              <a:cxnLst/>
              <a:rect r="r" b="b" t="t" l="l"/>
              <a:pathLst>
                <a:path h="163173" w="446225">
                  <a:moveTo>
                    <a:pt x="22847" y="0"/>
                  </a:moveTo>
                  <a:lnTo>
                    <a:pt x="423378" y="0"/>
                  </a:lnTo>
                  <a:cubicBezTo>
                    <a:pt x="429437" y="0"/>
                    <a:pt x="435248" y="2407"/>
                    <a:pt x="439533" y="6692"/>
                  </a:cubicBezTo>
                  <a:cubicBezTo>
                    <a:pt x="443818" y="10977"/>
                    <a:pt x="446225" y="16788"/>
                    <a:pt x="446225" y="22847"/>
                  </a:cubicBezTo>
                  <a:lnTo>
                    <a:pt x="446225" y="140326"/>
                  </a:lnTo>
                  <a:cubicBezTo>
                    <a:pt x="446225" y="146385"/>
                    <a:pt x="443818" y="152197"/>
                    <a:pt x="439533" y="156481"/>
                  </a:cubicBezTo>
                  <a:cubicBezTo>
                    <a:pt x="435248" y="160766"/>
                    <a:pt x="429437" y="163173"/>
                    <a:pt x="423378" y="163173"/>
                  </a:cubicBezTo>
                  <a:lnTo>
                    <a:pt x="22847" y="163173"/>
                  </a:lnTo>
                  <a:cubicBezTo>
                    <a:pt x="16788" y="163173"/>
                    <a:pt x="10977" y="160766"/>
                    <a:pt x="6692" y="156481"/>
                  </a:cubicBezTo>
                  <a:cubicBezTo>
                    <a:pt x="2407" y="152197"/>
                    <a:pt x="0" y="146385"/>
                    <a:pt x="0" y="140326"/>
                  </a:cubicBezTo>
                  <a:lnTo>
                    <a:pt x="0" y="22847"/>
                  </a:lnTo>
                  <a:cubicBezTo>
                    <a:pt x="0" y="16788"/>
                    <a:pt x="2407" y="10977"/>
                    <a:pt x="6692" y="6692"/>
                  </a:cubicBezTo>
                  <a:cubicBezTo>
                    <a:pt x="10977" y="2407"/>
                    <a:pt x="16788" y="0"/>
                    <a:pt x="22847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46225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319992" y="7082415"/>
            <a:ext cx="2266518" cy="619548"/>
            <a:chOff x="0" y="0"/>
            <a:chExt cx="596943" cy="1631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2181782"/>
            <a:ext cx="3453556" cy="735662"/>
            <a:chOff x="0" y="0"/>
            <a:chExt cx="909579" cy="1937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1446121"/>
            <a:ext cx="3453556" cy="735662"/>
            <a:chOff x="0" y="0"/>
            <a:chExt cx="909579" cy="1937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EB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360358" y="2283717"/>
            <a:ext cx="531793" cy="531793"/>
          </a:xfrm>
          <a:custGeom>
            <a:avLst/>
            <a:gdLst/>
            <a:ahLst/>
            <a:cxnLst/>
            <a:rect r="r" b="b" t="t" l="l"/>
            <a:pathLst>
              <a:path h="531793" w="531793">
                <a:moveTo>
                  <a:pt x="0" y="0"/>
                </a:moveTo>
                <a:lnTo>
                  <a:pt x="531794" y="0"/>
                </a:lnTo>
                <a:lnTo>
                  <a:pt x="531794" y="531793"/>
                </a:lnTo>
                <a:lnTo>
                  <a:pt x="0" y="53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0" y="2940880"/>
            <a:ext cx="3453556" cy="735662"/>
            <a:chOff x="0" y="0"/>
            <a:chExt cx="909579" cy="1937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EB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0" y="3695592"/>
            <a:ext cx="3453556" cy="735662"/>
            <a:chOff x="0" y="0"/>
            <a:chExt cx="909579" cy="1937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EBF2F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0" y="4407838"/>
            <a:ext cx="3453556" cy="735662"/>
            <a:chOff x="0" y="0"/>
            <a:chExt cx="909579" cy="1937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EBF2F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401068" y="4547062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0" y="5143500"/>
            <a:ext cx="3453556" cy="735662"/>
            <a:chOff x="0" y="0"/>
            <a:chExt cx="909579" cy="19375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09578" cy="193755"/>
            </a:xfrm>
            <a:custGeom>
              <a:avLst/>
              <a:gdLst/>
              <a:ahLst/>
              <a:cxnLst/>
              <a:rect r="r" b="b" t="t" l="l"/>
              <a:pathLst>
                <a:path h="193755" w="909578">
                  <a:moveTo>
                    <a:pt x="0" y="0"/>
                  </a:moveTo>
                  <a:lnTo>
                    <a:pt x="909578" y="0"/>
                  </a:lnTo>
                  <a:lnTo>
                    <a:pt x="909578" y="193755"/>
                  </a:lnTo>
                  <a:lnTo>
                    <a:pt x="0" y="193755"/>
                  </a:ln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909579" cy="25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375042" y="5232219"/>
            <a:ext cx="511231" cy="511231"/>
          </a:xfrm>
          <a:custGeom>
            <a:avLst/>
            <a:gdLst/>
            <a:ahLst/>
            <a:cxnLst/>
            <a:rect r="r" b="b" t="t" l="l"/>
            <a:pathLst>
              <a:path h="511231" w="511231">
                <a:moveTo>
                  <a:pt x="0" y="0"/>
                </a:moveTo>
                <a:lnTo>
                  <a:pt x="511231" y="0"/>
                </a:lnTo>
                <a:lnTo>
                  <a:pt x="511231" y="511231"/>
                </a:lnTo>
                <a:lnTo>
                  <a:pt x="0" y="511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439558" y="1609716"/>
            <a:ext cx="429192" cy="429192"/>
          </a:xfrm>
          <a:custGeom>
            <a:avLst/>
            <a:gdLst/>
            <a:ahLst/>
            <a:cxnLst/>
            <a:rect r="r" b="b" t="t" l="l"/>
            <a:pathLst>
              <a:path h="429192" w="429192">
                <a:moveTo>
                  <a:pt x="0" y="0"/>
                </a:moveTo>
                <a:lnTo>
                  <a:pt x="429192" y="0"/>
                </a:lnTo>
                <a:lnTo>
                  <a:pt x="429192" y="429191"/>
                </a:lnTo>
                <a:lnTo>
                  <a:pt x="0" y="429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41381" y="3069612"/>
            <a:ext cx="464238" cy="464238"/>
          </a:xfrm>
          <a:custGeom>
            <a:avLst/>
            <a:gdLst/>
            <a:ahLst/>
            <a:cxnLst/>
            <a:rect r="r" b="b" t="t" l="l"/>
            <a:pathLst>
              <a:path h="464238" w="464238">
                <a:moveTo>
                  <a:pt x="0" y="0"/>
                </a:moveTo>
                <a:lnTo>
                  <a:pt x="464238" y="0"/>
                </a:lnTo>
                <a:lnTo>
                  <a:pt x="464238" y="464239"/>
                </a:lnTo>
                <a:lnTo>
                  <a:pt x="0" y="4642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56188" y="3845463"/>
            <a:ext cx="474288" cy="474288"/>
          </a:xfrm>
          <a:custGeom>
            <a:avLst/>
            <a:gdLst/>
            <a:ahLst/>
            <a:cxnLst/>
            <a:rect r="r" b="b" t="t" l="l"/>
            <a:pathLst>
              <a:path h="474288" w="474288">
                <a:moveTo>
                  <a:pt x="0" y="0"/>
                </a:moveTo>
                <a:lnTo>
                  <a:pt x="474287" y="0"/>
                </a:lnTo>
                <a:lnTo>
                  <a:pt x="474287" y="474287"/>
                </a:lnTo>
                <a:lnTo>
                  <a:pt x="0" y="474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41381" y="4552249"/>
            <a:ext cx="450374" cy="450374"/>
          </a:xfrm>
          <a:custGeom>
            <a:avLst/>
            <a:gdLst/>
            <a:ahLst/>
            <a:cxnLst/>
            <a:rect r="r" b="b" t="t" l="l"/>
            <a:pathLst>
              <a:path h="450374" w="450374">
                <a:moveTo>
                  <a:pt x="0" y="0"/>
                </a:moveTo>
                <a:lnTo>
                  <a:pt x="450374" y="0"/>
                </a:lnTo>
                <a:lnTo>
                  <a:pt x="450374" y="450374"/>
                </a:lnTo>
                <a:lnTo>
                  <a:pt x="0" y="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830475" y="258062"/>
            <a:ext cx="179260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1EDED"/>
                </a:solidFill>
                <a:latin typeface="Poppins Bold"/>
                <a:ea typeface="Poppins Bold"/>
                <a:cs typeface="Poppins Bold"/>
                <a:sym typeface="Poppins Bold"/>
              </a:rPr>
              <a:t>SISFUN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958926" y="240222"/>
            <a:ext cx="3568303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F51B5"/>
                </a:solidFill>
                <a:latin typeface="Poppins Bold"/>
                <a:ea typeface="Poppins Bold"/>
                <a:cs typeface="Poppins Bold"/>
                <a:sym typeface="Poppins Bold"/>
              </a:rPr>
              <a:t>Nuevo Personal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024816" y="1321952"/>
            <a:ext cx="434256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Dato Personales del Empleado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80171" y="2005635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Nombre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35014" y="260346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Nombre Completo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64620" y="1958010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Puesto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43005" y="2412960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118103" y="3234837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Teléfono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172946" y="3746937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956077" y="3168162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010920" y="3798759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842878" y="7204123"/>
            <a:ext cx="11431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923283" y="7204123"/>
            <a:ext cx="109561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8700" y="1593357"/>
            <a:ext cx="79998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2315132"/>
            <a:ext cx="12281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8700" y="3062965"/>
            <a:ext cx="152554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Inventario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28700" y="3809892"/>
            <a:ext cx="11763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28700" y="4526503"/>
            <a:ext cx="15128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Paquetes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8700" y="5248275"/>
            <a:ext cx="13092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Personal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4154380" y="4795164"/>
            <a:ext cx="5688746" cy="597474"/>
            <a:chOff x="0" y="0"/>
            <a:chExt cx="2048829" cy="21518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8828" cy="215183"/>
            </a:xfrm>
            <a:custGeom>
              <a:avLst/>
              <a:gdLst/>
              <a:ahLst/>
              <a:cxnLst/>
              <a:rect r="r" b="b" t="t" l="l"/>
              <a:pathLst>
                <a:path h="215183" w="2048828">
                  <a:moveTo>
                    <a:pt x="9526" y="0"/>
                  </a:moveTo>
                  <a:lnTo>
                    <a:pt x="2039302" y="0"/>
                  </a:lnTo>
                  <a:cubicBezTo>
                    <a:pt x="2044563" y="0"/>
                    <a:pt x="2048828" y="4265"/>
                    <a:pt x="2048828" y="9526"/>
                  </a:cubicBezTo>
                  <a:lnTo>
                    <a:pt x="2048828" y="205657"/>
                  </a:lnTo>
                  <a:cubicBezTo>
                    <a:pt x="2048828" y="210918"/>
                    <a:pt x="2044563" y="215183"/>
                    <a:pt x="2039302" y="215183"/>
                  </a:cubicBezTo>
                  <a:lnTo>
                    <a:pt x="9526" y="215183"/>
                  </a:lnTo>
                  <a:cubicBezTo>
                    <a:pt x="4265" y="215183"/>
                    <a:pt x="0" y="210918"/>
                    <a:pt x="0" y="205657"/>
                  </a:cubicBezTo>
                  <a:lnTo>
                    <a:pt x="0" y="9526"/>
                  </a:lnTo>
                  <a:cubicBezTo>
                    <a:pt x="0" y="4265"/>
                    <a:pt x="4265" y="0"/>
                    <a:pt x="9526" y="0"/>
                  </a:cubicBezTo>
                  <a:close/>
                </a:path>
              </a:pathLst>
            </a:custGeom>
            <a:ln w="9525" cap="sq">
              <a:solidFill>
                <a:srgbClr val="000000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2048829" cy="272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9464452" y="4987979"/>
            <a:ext cx="238543" cy="238543"/>
          </a:xfrm>
          <a:custGeom>
            <a:avLst/>
            <a:gdLst/>
            <a:ahLst/>
            <a:cxnLst/>
            <a:rect r="r" b="b" t="t" l="l"/>
            <a:pathLst>
              <a:path h="238543" w="238543">
                <a:moveTo>
                  <a:pt x="0" y="0"/>
                </a:moveTo>
                <a:lnTo>
                  <a:pt x="238543" y="0"/>
                </a:lnTo>
                <a:lnTo>
                  <a:pt x="238543" y="238542"/>
                </a:lnTo>
                <a:lnTo>
                  <a:pt x="0" y="23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4154380" y="4359264"/>
            <a:ext cx="2339820" cy="3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18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Disponibilidad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209222" y="4989861"/>
            <a:ext cx="2483977" cy="29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"/>
              </a:lnSpc>
              <a:spcBef>
                <a:spcPct val="0"/>
              </a:spcBef>
            </a:pPr>
            <a:r>
              <a:rPr lang="en-US" sz="1608">
                <a:solidFill>
                  <a:srgbClr val="A7A5A5"/>
                </a:solidFill>
                <a:latin typeface="Poppins"/>
                <a:ea typeface="Poppins"/>
                <a:cs typeface="Poppins"/>
                <a:sym typeface="Poppins"/>
              </a:rPr>
              <a:t>Disponible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6975783" y="3235342"/>
            <a:ext cx="6804444" cy="4207755"/>
            <a:chOff x="0" y="0"/>
            <a:chExt cx="1792117" cy="110821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792117" cy="1108215"/>
            </a:xfrm>
            <a:custGeom>
              <a:avLst/>
              <a:gdLst/>
              <a:ahLst/>
              <a:cxnLst/>
              <a:rect r="r" b="b" t="t" l="l"/>
              <a:pathLst>
                <a:path h="1108215" w="1792117">
                  <a:moveTo>
                    <a:pt x="0" y="0"/>
                  </a:moveTo>
                  <a:lnTo>
                    <a:pt x="1792117" y="0"/>
                  </a:lnTo>
                  <a:lnTo>
                    <a:pt x="1792117" y="1108215"/>
                  </a:lnTo>
                  <a:lnTo>
                    <a:pt x="0" y="1108215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  <a:ln w="19050" cap="sq">
              <a:solidFill>
                <a:srgbClr val="D2D2D2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1792117" cy="1165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9560589" y="4096348"/>
            <a:ext cx="1358643" cy="1358643"/>
          </a:xfrm>
          <a:custGeom>
            <a:avLst/>
            <a:gdLst/>
            <a:ahLst/>
            <a:cxnLst/>
            <a:rect r="r" b="b" t="t" l="l"/>
            <a:pathLst>
              <a:path h="1358643" w="1358643">
                <a:moveTo>
                  <a:pt x="0" y="0"/>
                </a:moveTo>
                <a:lnTo>
                  <a:pt x="1358642" y="0"/>
                </a:lnTo>
                <a:lnTo>
                  <a:pt x="1358642" y="1358642"/>
                </a:lnTo>
                <a:lnTo>
                  <a:pt x="0" y="13586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9" id="79"/>
          <p:cNvSpPr txBox="true"/>
          <p:nvPr/>
        </p:nvSpPr>
        <p:spPr>
          <a:xfrm rot="0">
            <a:off x="8815132" y="5587365"/>
            <a:ext cx="3125748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F51B5"/>
                </a:solidFill>
                <a:latin typeface="Poppins"/>
                <a:ea typeface="Poppins"/>
                <a:cs typeface="Poppins"/>
                <a:sym typeface="Poppins"/>
              </a:rPr>
              <a:t>Personal Añadido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270223" y="6441441"/>
            <a:ext cx="2266518" cy="619548"/>
            <a:chOff x="0" y="0"/>
            <a:chExt cx="596943" cy="16317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96943" cy="163173"/>
            </a:xfrm>
            <a:custGeom>
              <a:avLst/>
              <a:gdLst/>
              <a:ahLst/>
              <a:cxnLst/>
              <a:rect r="r" b="b" t="t" l="l"/>
              <a:pathLst>
                <a:path h="163173" w="596943">
                  <a:moveTo>
                    <a:pt x="17079" y="0"/>
                  </a:moveTo>
                  <a:lnTo>
                    <a:pt x="579864" y="0"/>
                  </a:lnTo>
                  <a:cubicBezTo>
                    <a:pt x="589297" y="0"/>
                    <a:pt x="596943" y="7646"/>
                    <a:pt x="596943" y="17079"/>
                  </a:cubicBezTo>
                  <a:lnTo>
                    <a:pt x="596943" y="146094"/>
                  </a:lnTo>
                  <a:cubicBezTo>
                    <a:pt x="596943" y="155527"/>
                    <a:pt x="589297" y="163173"/>
                    <a:pt x="579864" y="163173"/>
                  </a:cubicBezTo>
                  <a:lnTo>
                    <a:pt x="17079" y="163173"/>
                  </a:lnTo>
                  <a:cubicBezTo>
                    <a:pt x="7646" y="163173"/>
                    <a:pt x="0" y="155527"/>
                    <a:pt x="0" y="146094"/>
                  </a:cubicBezTo>
                  <a:lnTo>
                    <a:pt x="0" y="17079"/>
                  </a:lnTo>
                  <a:cubicBezTo>
                    <a:pt x="0" y="7646"/>
                    <a:pt x="7646" y="0"/>
                    <a:pt x="17079" y="0"/>
                  </a:cubicBezTo>
                  <a:close/>
                </a:path>
              </a:pathLst>
            </a:custGeom>
            <a:solidFill>
              <a:srgbClr val="3F51B5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596943" cy="22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9920723" y="6563150"/>
            <a:ext cx="100119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Aceptar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4622" y="0"/>
            <a:ext cx="12798756" cy="10287000"/>
          </a:xfrm>
          <a:custGeom>
            <a:avLst/>
            <a:gdLst/>
            <a:ahLst/>
            <a:cxnLst/>
            <a:rect r="r" b="b" t="t" l="l"/>
            <a:pathLst>
              <a:path h="10287000" w="12798756">
                <a:moveTo>
                  <a:pt x="0" y="0"/>
                </a:moveTo>
                <a:lnTo>
                  <a:pt x="12798756" y="0"/>
                </a:lnTo>
                <a:lnTo>
                  <a:pt x="12798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300" y="1578366"/>
            <a:ext cx="5107872" cy="6483068"/>
          </a:xfrm>
          <a:custGeom>
            <a:avLst/>
            <a:gdLst/>
            <a:ahLst/>
            <a:cxnLst/>
            <a:rect r="r" b="b" t="t" l="l"/>
            <a:pathLst>
              <a:path h="6483068" w="5107872">
                <a:moveTo>
                  <a:pt x="0" y="0"/>
                </a:moveTo>
                <a:lnTo>
                  <a:pt x="5107871" y="0"/>
                </a:lnTo>
                <a:lnTo>
                  <a:pt x="5107871" y="6483068"/>
                </a:lnTo>
                <a:lnTo>
                  <a:pt x="0" y="6483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97333" y="204334"/>
            <a:ext cx="10996730" cy="1648732"/>
          </a:xfrm>
          <a:custGeom>
            <a:avLst/>
            <a:gdLst/>
            <a:ahLst/>
            <a:cxnLst/>
            <a:rect r="r" b="b" t="t" l="l"/>
            <a:pathLst>
              <a:path h="1648732" w="10996730">
                <a:moveTo>
                  <a:pt x="0" y="0"/>
                </a:moveTo>
                <a:lnTo>
                  <a:pt x="10996731" y="0"/>
                </a:lnTo>
                <a:lnTo>
                  <a:pt x="10996731" y="1648732"/>
                </a:lnTo>
                <a:lnTo>
                  <a:pt x="0" y="1648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65338" y="2126346"/>
            <a:ext cx="7388402" cy="3831532"/>
          </a:xfrm>
          <a:custGeom>
            <a:avLst/>
            <a:gdLst/>
            <a:ahLst/>
            <a:cxnLst/>
            <a:rect r="r" b="b" t="t" l="l"/>
            <a:pathLst>
              <a:path h="3831532" w="7388402">
                <a:moveTo>
                  <a:pt x="0" y="0"/>
                </a:moveTo>
                <a:lnTo>
                  <a:pt x="7388402" y="0"/>
                </a:lnTo>
                <a:lnTo>
                  <a:pt x="7388402" y="3831532"/>
                </a:lnTo>
                <a:lnTo>
                  <a:pt x="0" y="3831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17158" y="6231159"/>
            <a:ext cx="12252889" cy="3660551"/>
          </a:xfrm>
          <a:custGeom>
            <a:avLst/>
            <a:gdLst/>
            <a:ahLst/>
            <a:cxnLst/>
            <a:rect r="r" b="b" t="t" l="l"/>
            <a:pathLst>
              <a:path h="3660551" w="12252889">
                <a:moveTo>
                  <a:pt x="0" y="0"/>
                </a:moveTo>
                <a:lnTo>
                  <a:pt x="12252889" y="0"/>
                </a:lnTo>
                <a:lnTo>
                  <a:pt x="12252889" y="3660551"/>
                </a:lnTo>
                <a:lnTo>
                  <a:pt x="0" y="36605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7478" y="2721748"/>
            <a:ext cx="17533044" cy="4843503"/>
          </a:xfrm>
          <a:custGeom>
            <a:avLst/>
            <a:gdLst/>
            <a:ahLst/>
            <a:cxnLst/>
            <a:rect r="r" b="b" t="t" l="l"/>
            <a:pathLst>
              <a:path h="4843503" w="17533044">
                <a:moveTo>
                  <a:pt x="0" y="0"/>
                </a:moveTo>
                <a:lnTo>
                  <a:pt x="17533044" y="0"/>
                </a:lnTo>
                <a:lnTo>
                  <a:pt x="17533044" y="4843504"/>
                </a:lnTo>
                <a:lnTo>
                  <a:pt x="0" y="4843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DAGepwvLrWc</dc:identifier>
  <dcterms:modified xsi:type="dcterms:W3CDTF">2011-08-01T06:04:30Z</dcterms:modified>
  <cp:revision>1</cp:revision>
  <dc:title>SisFun.pptx</dc:title>
</cp:coreProperties>
</file>