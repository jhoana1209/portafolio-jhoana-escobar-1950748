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x="18288000" cy="10287000"/>
  <p:notesSz cx="6858000" cy="9144000"/>
  <p:embeddedFontLst>
    <p:embeddedFont>
      <p:font typeface="Glacial Indifference Bold" charset="1" panose="00000800000000000000"/>
      <p:regular r:id="rId71"/>
    </p:embeddedFont>
    <p:embeddedFont>
      <p:font typeface="Glacial Indifference" charset="1" panose="00000000000000000000"/>
      <p:regular r:id="rId72"/>
    </p:embeddedFont>
    <p:embeddedFont>
      <p:font typeface="Arimo" charset="1" panose="020B0604020202020204"/>
      <p:regular r:id="rId73"/>
    </p:embeddedFont>
    <p:embeddedFont>
      <p:font typeface="Arimo Bold Italics" charset="1" panose="020B0704020202090204"/>
      <p:regular r:id="rId74"/>
    </p:embeddedFont>
    <p:embeddedFont>
      <p:font typeface="Open Sans" charset="1" panose="020B0606030504020204"/>
      <p:regular r:id="rId75"/>
    </p:embeddedFont>
    <p:embeddedFont>
      <p:font typeface="Arimo Bold" charset="1" panose="020B0704020202020204"/>
      <p:regular r:id="rId76"/>
    </p:embeddedFont>
    <p:embeddedFont>
      <p:font typeface="Open Sans Bold" charset="1" panose="020B0806030504020204"/>
      <p:regular r:id="rId7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fonts/font71.fntdata" Type="http://schemas.openxmlformats.org/officeDocument/2006/relationships/font"/><Relationship Id="rId72" Target="fonts/font72.fntdata" Type="http://schemas.openxmlformats.org/officeDocument/2006/relationships/font"/><Relationship Id="rId73" Target="fonts/font73.fntdata" Type="http://schemas.openxmlformats.org/officeDocument/2006/relationships/font"/><Relationship Id="rId74" Target="fonts/font74.fntdata" Type="http://schemas.openxmlformats.org/officeDocument/2006/relationships/font"/><Relationship Id="rId75" Target="fonts/font75.fntdata" Type="http://schemas.openxmlformats.org/officeDocument/2006/relationships/font"/><Relationship Id="rId76" Target="fonts/font76.fntdata" Type="http://schemas.openxmlformats.org/officeDocument/2006/relationships/font"/><Relationship Id="rId77" Target="fonts/font77.fntdata" Type="http://schemas.openxmlformats.org/officeDocument/2006/relationships/font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3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slide26.xml" Type="http://schemas.openxmlformats.org/officeDocument/2006/relationships/slid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slide26.xml" Type="http://schemas.openxmlformats.org/officeDocument/2006/relationships/slid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3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3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slide41.xml" Type="http://schemas.openxmlformats.org/officeDocument/2006/relationships/slid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svg" Type="http://schemas.openxmlformats.org/officeDocument/2006/relationships/image"/><Relationship Id="rId11" Target="../media/image50.png" Type="http://schemas.openxmlformats.org/officeDocument/2006/relationships/image"/><Relationship Id="rId12" Target="../media/image51.svg" Type="http://schemas.openxmlformats.org/officeDocument/2006/relationships/image"/><Relationship Id="rId13" Target="../media/image52.png" Type="http://schemas.openxmlformats.org/officeDocument/2006/relationships/image"/><Relationship Id="rId14" Target="../media/image53.svg" Type="http://schemas.openxmlformats.org/officeDocument/2006/relationships/image"/><Relationship Id="rId15" Target="slide38.xml" Type="http://schemas.openxmlformats.org/officeDocument/2006/relationships/slide"/><Relationship Id="rId16" Target="../media/image54.png" Type="http://schemas.openxmlformats.org/officeDocument/2006/relationships/image"/><Relationship Id="rId17" Target="../media/image55.pn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12" Target="../media/image56.png" Type="http://schemas.openxmlformats.org/officeDocument/2006/relationships/image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2.png" Type="http://schemas.openxmlformats.org/officeDocument/2006/relationships/image"/><Relationship Id="rId9" Target="../media/image53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svg" Type="http://schemas.openxmlformats.org/officeDocument/2006/relationships/image"/><Relationship Id="rId11" Target="../media/image52.png" Type="http://schemas.openxmlformats.org/officeDocument/2006/relationships/image"/><Relationship Id="rId12" Target="../media/image53.svg" Type="http://schemas.openxmlformats.org/officeDocument/2006/relationships/image"/><Relationship Id="rId13" Target="slide39.xml" Type="http://schemas.openxmlformats.org/officeDocument/2006/relationships/slide"/><Relationship Id="rId14" Target="slide36.xml" Type="http://schemas.openxmlformats.org/officeDocument/2006/relationships/slid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svg" Type="http://schemas.openxmlformats.org/officeDocument/2006/relationships/image"/><Relationship Id="rId11" Target="../media/image57.png" Type="http://schemas.openxmlformats.org/officeDocument/2006/relationships/image"/><Relationship Id="rId12" Target="slide41.xml" Type="http://schemas.openxmlformats.org/officeDocument/2006/relationships/slide"/><Relationship Id="rId13" Target="../media/image44.png" Type="http://schemas.openxmlformats.org/officeDocument/2006/relationships/image"/><Relationship Id="rId14" Target="../media/image45.svg" Type="http://schemas.openxmlformats.org/officeDocument/2006/relationships/image"/><Relationship Id="rId15" Target="../media/image58.png" Type="http://schemas.openxmlformats.org/officeDocument/2006/relationships/image"/><Relationship Id="rId16" Target="../media/image59.svg" Type="http://schemas.openxmlformats.org/officeDocument/2006/relationships/image"/><Relationship Id="rId17" Target="slide36.xml" Type="http://schemas.openxmlformats.org/officeDocument/2006/relationships/slid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svg" Type="http://schemas.openxmlformats.org/officeDocument/2006/relationships/image"/><Relationship Id="rId11" Target="../media/image57.png" Type="http://schemas.openxmlformats.org/officeDocument/2006/relationships/image"/><Relationship Id="rId12" Target="slide41.xml" Type="http://schemas.openxmlformats.org/officeDocument/2006/relationships/slide"/><Relationship Id="rId13" Target="../media/image58.png" Type="http://schemas.openxmlformats.org/officeDocument/2006/relationships/image"/><Relationship Id="rId14" Target="../media/image59.svg" Type="http://schemas.openxmlformats.org/officeDocument/2006/relationships/image"/><Relationship Id="rId15" Target="../media/image60.png" Type="http://schemas.openxmlformats.org/officeDocument/2006/relationships/image"/><Relationship Id="rId16" Target="../media/image61.svg" Type="http://schemas.openxmlformats.org/officeDocument/2006/relationships/image"/><Relationship Id="rId17" Target="slide36.xml" Type="http://schemas.openxmlformats.org/officeDocument/2006/relationships/slid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svg" Type="http://schemas.openxmlformats.org/officeDocument/2006/relationships/image"/><Relationship Id="rId11" Target="slide42.xml" Type="http://schemas.openxmlformats.org/officeDocument/2006/relationships/slide"/><Relationship Id="rId12" Target="../media/image57.pn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svg" Type="http://schemas.openxmlformats.org/officeDocument/2006/relationships/image"/><Relationship Id="rId12" Target="../media/image62.png" Type="http://schemas.openxmlformats.org/officeDocument/2006/relationships/image"/><Relationship Id="rId13" Target="../media/image63.svg" Type="http://schemas.openxmlformats.org/officeDocument/2006/relationships/image"/><Relationship Id="rId14" Target="slide41.xml" Type="http://schemas.openxmlformats.org/officeDocument/2006/relationships/slid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svg" Type="http://schemas.openxmlformats.org/officeDocument/2006/relationships/image"/><Relationship Id="rId12" Target="../media/image62.png" Type="http://schemas.openxmlformats.org/officeDocument/2006/relationships/image"/><Relationship Id="rId13" Target="../media/image63.svg" Type="http://schemas.openxmlformats.org/officeDocument/2006/relationships/image"/><Relationship Id="rId14" Target="slide45.xml" Type="http://schemas.openxmlformats.org/officeDocument/2006/relationships/slide"/><Relationship Id="rId15" Target="slide47.xml" Type="http://schemas.openxmlformats.org/officeDocument/2006/relationships/slide"/><Relationship Id="rId16" Target="slide46.xml" Type="http://schemas.openxmlformats.org/officeDocument/2006/relationships/slide"/><Relationship Id="rId17" Target="../media/image44.png" Type="http://schemas.openxmlformats.org/officeDocument/2006/relationships/image"/><Relationship Id="rId18" Target="../media/image45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svg" Type="http://schemas.openxmlformats.org/officeDocument/2006/relationships/image"/><Relationship Id="rId12" Target="../media/image62.png" Type="http://schemas.openxmlformats.org/officeDocument/2006/relationships/image"/><Relationship Id="rId13" Target="../media/image63.svg" Type="http://schemas.openxmlformats.org/officeDocument/2006/relationships/image"/><Relationship Id="rId14" Target="slide45.xml" Type="http://schemas.openxmlformats.org/officeDocument/2006/relationships/slide"/><Relationship Id="rId15" Target="../media/image60.png" Type="http://schemas.openxmlformats.org/officeDocument/2006/relationships/image"/><Relationship Id="rId16" Target="../media/image61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12" Target="../media/image56.png" Type="http://schemas.openxmlformats.org/officeDocument/2006/relationships/image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2.png" Type="http://schemas.openxmlformats.org/officeDocument/2006/relationships/image"/><Relationship Id="rId9" Target="../media/image53.sv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svg" Type="http://schemas.openxmlformats.org/officeDocument/2006/relationships/image"/><Relationship Id="rId11" Target="../media/image52.png" Type="http://schemas.openxmlformats.org/officeDocument/2006/relationships/image"/><Relationship Id="rId12" Target="../media/image53.svg" Type="http://schemas.openxmlformats.org/officeDocument/2006/relationships/image"/><Relationship Id="rId13" Target="../media/image64.png" Type="http://schemas.openxmlformats.org/officeDocument/2006/relationships/image"/><Relationship Id="rId14" Target="slide36.xml" Type="http://schemas.openxmlformats.org/officeDocument/2006/relationships/slid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12" Target="../media/image56.png" Type="http://schemas.openxmlformats.org/officeDocument/2006/relationships/image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2.png" Type="http://schemas.openxmlformats.org/officeDocument/2006/relationships/image"/><Relationship Id="rId9" Target="../media/image53.sv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svg" Type="http://schemas.openxmlformats.org/officeDocument/2006/relationships/image"/><Relationship Id="rId11" Target="slide50.xml" Type="http://schemas.openxmlformats.org/officeDocument/2006/relationships/slide"/><Relationship Id="rId12" Target="slide51.xml" Type="http://schemas.openxmlformats.org/officeDocument/2006/relationships/slide"/><Relationship Id="rId13" Target="slide52.xml" Type="http://schemas.openxmlformats.org/officeDocument/2006/relationships/slide"/><Relationship Id="rId14" Target="slide53.xml" Type="http://schemas.openxmlformats.org/officeDocument/2006/relationships/slide"/><Relationship Id="rId15" Target="slide54.xml" Type="http://schemas.openxmlformats.org/officeDocument/2006/relationships/slide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6.png" Type="http://schemas.openxmlformats.org/officeDocument/2006/relationships/image"/><Relationship Id="rId7" Target="../media/image65.png" Type="http://schemas.openxmlformats.org/officeDocument/2006/relationships/image"/><Relationship Id="rId8" Target="../media/image66.sv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49.xml" Type="http://schemas.openxmlformats.org/officeDocument/2006/relationships/slid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49.xml" Type="http://schemas.openxmlformats.org/officeDocument/2006/relationships/slid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11" Target="../media/image70.svg" Type="http://schemas.openxmlformats.org/officeDocument/2006/relationships/image"/><Relationship Id="rId12" Target="slide49.xml" Type="http://schemas.openxmlformats.org/officeDocument/2006/relationships/slid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49.xml" Type="http://schemas.openxmlformats.org/officeDocument/2006/relationships/slid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svg" Type="http://schemas.openxmlformats.org/officeDocument/2006/relationships/image"/><Relationship Id="rId11" Target="slide50.xml" Type="http://schemas.openxmlformats.org/officeDocument/2006/relationships/slide"/><Relationship Id="rId12" Target="slide51.xml" Type="http://schemas.openxmlformats.org/officeDocument/2006/relationships/slide"/><Relationship Id="rId13" Target="slide52.xml" Type="http://schemas.openxmlformats.org/officeDocument/2006/relationships/slide"/><Relationship Id="rId14" Target="slide53.xml" Type="http://schemas.openxmlformats.org/officeDocument/2006/relationships/slide"/><Relationship Id="rId15" Target="slide49.xml" Type="http://schemas.openxmlformats.org/officeDocument/2006/relationships/slide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6.png" Type="http://schemas.openxmlformats.org/officeDocument/2006/relationships/image"/><Relationship Id="rId7" Target="../media/image65.png" Type="http://schemas.openxmlformats.org/officeDocument/2006/relationships/image"/><Relationship Id="rId8" Target="../media/image66.sv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49.xml" Type="http://schemas.openxmlformats.org/officeDocument/2006/relationships/slid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49.xml" Type="http://schemas.openxmlformats.org/officeDocument/2006/relationships/slid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svg" Type="http://schemas.openxmlformats.org/officeDocument/2006/relationships/image"/><Relationship Id="rId12" Target="../media/image71.png" Type="http://schemas.openxmlformats.org/officeDocument/2006/relationships/image"/><Relationship Id="rId13" Target="slide49.xml" Type="http://schemas.openxmlformats.org/officeDocument/2006/relationships/slid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73.svg" Type="http://schemas.openxmlformats.org/officeDocument/2006/relationships/image"/><Relationship Id="rId12" Target="../media/image74.png" Type="http://schemas.openxmlformats.org/officeDocument/2006/relationships/image"/><Relationship Id="rId13" Target="../media/image75.svg" Type="http://schemas.openxmlformats.org/officeDocument/2006/relationships/image"/><Relationship Id="rId14" Target="slide49.xml" Type="http://schemas.openxmlformats.org/officeDocument/2006/relationships/slid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73.svg" Type="http://schemas.openxmlformats.org/officeDocument/2006/relationships/image"/><Relationship Id="rId12" Target="../media/image74.png" Type="http://schemas.openxmlformats.org/officeDocument/2006/relationships/image"/><Relationship Id="rId13" Target="../media/image75.svg" Type="http://schemas.openxmlformats.org/officeDocument/2006/relationships/image"/><Relationship Id="rId14" Target="slide49.xml" Type="http://schemas.openxmlformats.org/officeDocument/2006/relationships/slide"/><Relationship Id="rId15" Target="slide47.xml" Type="http://schemas.openxmlformats.org/officeDocument/2006/relationships/slide"/><Relationship Id="rId16" Target="slide46.xml" Type="http://schemas.openxmlformats.org/officeDocument/2006/relationships/slide"/><Relationship Id="rId17" Target="../media/image44.png" Type="http://schemas.openxmlformats.org/officeDocument/2006/relationships/image"/><Relationship Id="rId18" Target="../media/image45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svg" Type="http://schemas.openxmlformats.org/officeDocument/2006/relationships/image"/><Relationship Id="rId11" Target="../media/image52.png" Type="http://schemas.openxmlformats.org/officeDocument/2006/relationships/image"/><Relationship Id="rId12" Target="../media/image53.svg" Type="http://schemas.openxmlformats.org/officeDocument/2006/relationships/image"/><Relationship Id="rId13" Target="slide38.xml" Type="http://schemas.openxmlformats.org/officeDocument/2006/relationships/slide"/><Relationship Id="rId14" Target="../media/image54.png" Type="http://schemas.openxmlformats.org/officeDocument/2006/relationships/image"/><Relationship Id="rId15" Target="../media/image55.png" Type="http://schemas.openxmlformats.org/officeDocument/2006/relationships/image"/><Relationship Id="rId16" Target="../media/image76.png" Type="http://schemas.openxmlformats.org/officeDocument/2006/relationships/image"/><Relationship Id="rId17" Target="../media/image77.png" Type="http://schemas.openxmlformats.org/officeDocument/2006/relationships/image"/><Relationship Id="rId18" Target="../media/image78.svg" Type="http://schemas.openxmlformats.org/officeDocument/2006/relationships/image"/><Relationship Id="rId19" Target="../media/image79.png" Type="http://schemas.openxmlformats.org/officeDocument/2006/relationships/image"/><Relationship Id="rId2" Target="../media/image39.png" Type="http://schemas.openxmlformats.org/officeDocument/2006/relationships/image"/><Relationship Id="rId20" Target="../media/image80.png" Type="http://schemas.openxmlformats.org/officeDocument/2006/relationships/image"/><Relationship Id="rId21" Target="../media/image81.svg" Type="http://schemas.openxmlformats.org/officeDocument/2006/relationships/image"/><Relationship Id="rId3" Target="../media/image40.svg" Type="http://schemas.openxmlformats.org/officeDocument/2006/relationships/image"/><Relationship Id="rId4" Target="slide37.xml" Type="http://schemas.openxmlformats.org/officeDocument/2006/relationships/slid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82.png" Type="http://schemas.openxmlformats.org/officeDocument/2006/relationships/image"/><Relationship Id="rId7" Target="../media/image83.pn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84.pn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85.png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8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-166316" y="2211918"/>
            <a:ext cx="6897849" cy="8075082"/>
          </a:xfrm>
          <a:custGeom>
            <a:avLst/>
            <a:gdLst/>
            <a:ahLst/>
            <a:cxnLst/>
            <a:rect r="r" b="b" t="t" l="l"/>
            <a:pathLst>
              <a:path h="8075082" w="6897849">
                <a:moveTo>
                  <a:pt x="6897849" y="0"/>
                </a:moveTo>
                <a:lnTo>
                  <a:pt x="0" y="0"/>
                </a:lnTo>
                <a:lnTo>
                  <a:pt x="0" y="8075082"/>
                </a:lnTo>
                <a:lnTo>
                  <a:pt x="6897849" y="8075082"/>
                </a:lnTo>
                <a:lnTo>
                  <a:pt x="689784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74321" y="3347107"/>
            <a:ext cx="11766086" cy="3033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740"/>
              </a:lnSpc>
              <a:spcBef>
                <a:spcPct val="0"/>
              </a:spcBef>
            </a:pPr>
            <a:r>
              <a:rPr lang="en-US" b="true" sz="17671" spc="-176">
                <a:solidFill>
                  <a:srgbClr val="2E576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Proyecto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10593" y="2288249"/>
            <a:ext cx="6539565" cy="158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64"/>
              </a:lnSpc>
            </a:pPr>
            <a:r>
              <a:rPr lang="en-US" sz="9189" spc="-91">
                <a:solidFill>
                  <a:srgbClr val="2E576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e-commerce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27647" y="193164"/>
            <a:ext cx="3546674" cy="1489867"/>
          </a:xfrm>
          <a:custGeom>
            <a:avLst/>
            <a:gdLst/>
            <a:ahLst/>
            <a:cxnLst/>
            <a:rect r="r" b="b" t="t" l="l"/>
            <a:pathLst>
              <a:path h="1489867" w="3546674">
                <a:moveTo>
                  <a:pt x="0" y="0"/>
                </a:moveTo>
                <a:lnTo>
                  <a:pt x="3546674" y="0"/>
                </a:lnTo>
                <a:lnTo>
                  <a:pt x="3546674" y="1489866"/>
                </a:lnTo>
                <a:lnTo>
                  <a:pt x="0" y="1489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72829" y="91979"/>
            <a:ext cx="3569114" cy="1591051"/>
          </a:xfrm>
          <a:custGeom>
            <a:avLst/>
            <a:gdLst/>
            <a:ahLst/>
            <a:cxnLst/>
            <a:rect r="r" b="b" t="t" l="l"/>
            <a:pathLst>
              <a:path h="1591051" w="3569114">
                <a:moveTo>
                  <a:pt x="0" y="0"/>
                </a:moveTo>
                <a:lnTo>
                  <a:pt x="3569114" y="0"/>
                </a:lnTo>
                <a:lnTo>
                  <a:pt x="3569114" y="1591051"/>
                </a:lnTo>
                <a:lnTo>
                  <a:pt x="0" y="15910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598285" y="635889"/>
            <a:ext cx="8118157" cy="795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799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true" sz="2799" i="true" u="sng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UNIVERSIDAD AUTONOMA DE NUEVO LEON </a:t>
            </a:r>
          </a:p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b="true" sz="2799" i="true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FACULTAD DE CIENCIAS FISICO MATEMATICO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31533" y="7104241"/>
            <a:ext cx="10065038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Miguel Angel Martinez Moncada. 1945469.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Alejandra Abigail Mendez Osuna.  2021455.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Jhoana Esmeralda Escobar Barron.  1950748.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5805" y="-305610"/>
            <a:ext cx="2549009" cy="4766647"/>
          </a:xfrm>
          <a:custGeom>
            <a:avLst/>
            <a:gdLst/>
            <a:ahLst/>
            <a:cxnLst/>
            <a:rect r="r" b="b" t="t" l="l"/>
            <a:pathLst>
              <a:path h="4766647" w="2549009">
                <a:moveTo>
                  <a:pt x="0" y="0"/>
                </a:moveTo>
                <a:lnTo>
                  <a:pt x="2549010" y="0"/>
                </a:lnTo>
                <a:lnTo>
                  <a:pt x="2549010" y="4766647"/>
                </a:lnTo>
                <a:lnTo>
                  <a:pt x="0" y="47666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38595" y="5053830"/>
            <a:ext cx="6420705" cy="4277051"/>
          </a:xfrm>
          <a:custGeom>
            <a:avLst/>
            <a:gdLst/>
            <a:ahLst/>
            <a:cxnLst/>
            <a:rect r="r" b="b" t="t" l="l"/>
            <a:pathLst>
              <a:path h="4277051" w="6420705">
                <a:moveTo>
                  <a:pt x="0" y="0"/>
                </a:moveTo>
                <a:lnTo>
                  <a:pt x="6420705" y="0"/>
                </a:lnTo>
                <a:lnTo>
                  <a:pt x="6420705" y="4277051"/>
                </a:lnTo>
                <a:lnTo>
                  <a:pt x="0" y="42770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386057"/>
            <a:ext cx="8729258" cy="260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80"/>
              </a:lnSpc>
            </a:pPr>
            <a:r>
              <a:rPr lang="en-US" sz="3700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Desarrollar un sistema e-commerce que permita la visualización del catálogo de productos y que permita la adquisición y seguimiento de los mismos.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54943" y="1443548"/>
            <a:ext cx="7272798" cy="171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872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93746" y="2835275"/>
            <a:ext cx="11700507" cy="4368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0"/>
              </a:lnSpc>
            </a:pPr>
            <a:r>
              <a:rPr lang="en-US" sz="12500" b="true">
                <a:solidFill>
                  <a:srgbClr val="FECC8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Alcance </a:t>
            </a:r>
          </a:p>
          <a:p>
            <a:pPr algn="ctr">
              <a:lnSpc>
                <a:spcPts val="17500"/>
              </a:lnSpc>
            </a:pPr>
            <a:r>
              <a:rPr lang="en-US" b="true" sz="12500">
                <a:solidFill>
                  <a:srgbClr val="FECC8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Funcional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70079" y="6852723"/>
            <a:ext cx="18758079" cy="3445801"/>
          </a:xfrm>
          <a:custGeom>
            <a:avLst/>
            <a:gdLst/>
            <a:ahLst/>
            <a:cxnLst/>
            <a:rect r="r" b="b" t="t" l="l"/>
            <a:pathLst>
              <a:path h="3445801" w="18758079">
                <a:moveTo>
                  <a:pt x="0" y="0"/>
                </a:moveTo>
                <a:lnTo>
                  <a:pt x="18758079" y="0"/>
                </a:lnTo>
                <a:lnTo>
                  <a:pt x="18758079" y="3445801"/>
                </a:lnTo>
                <a:lnTo>
                  <a:pt x="0" y="3445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56810"/>
            <a:ext cx="18465621" cy="3392077"/>
          </a:xfrm>
          <a:custGeom>
            <a:avLst/>
            <a:gdLst/>
            <a:ahLst/>
            <a:cxnLst/>
            <a:rect r="r" b="b" t="t" l="l"/>
            <a:pathLst>
              <a:path h="3392077" w="18465621">
                <a:moveTo>
                  <a:pt x="0" y="0"/>
                </a:moveTo>
                <a:lnTo>
                  <a:pt x="18465621" y="0"/>
                </a:lnTo>
                <a:lnTo>
                  <a:pt x="18465621" y="3392078"/>
                </a:lnTo>
                <a:lnTo>
                  <a:pt x="0" y="3392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515872" y="-9525"/>
            <a:ext cx="4781653" cy="5597722"/>
          </a:xfrm>
          <a:custGeom>
            <a:avLst/>
            <a:gdLst/>
            <a:ahLst/>
            <a:cxnLst/>
            <a:rect r="r" b="b" t="t" l="l"/>
            <a:pathLst>
              <a:path h="5597722" w="4781653">
                <a:moveTo>
                  <a:pt x="4781653" y="0"/>
                </a:moveTo>
                <a:lnTo>
                  <a:pt x="0" y="0"/>
                </a:lnTo>
                <a:lnTo>
                  <a:pt x="0" y="5597722"/>
                </a:lnTo>
                <a:lnTo>
                  <a:pt x="4781653" y="5597722"/>
                </a:lnTo>
                <a:lnTo>
                  <a:pt x="478165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11139" y="1894130"/>
            <a:ext cx="5717454" cy="1374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99"/>
              </a:lnSpc>
            </a:pPr>
            <a:r>
              <a:rPr lang="en-US" b="true" sz="9999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Módulos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97637" y="3943881"/>
            <a:ext cx="6144458" cy="391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Inicio de sesión/Registro.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Cuenta.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Productos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Carrito.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Pagos.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Seguimiento.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-265419" y="5143500"/>
            <a:ext cx="4781653" cy="5597722"/>
          </a:xfrm>
          <a:custGeom>
            <a:avLst/>
            <a:gdLst/>
            <a:ahLst/>
            <a:cxnLst/>
            <a:rect r="r" b="b" t="t" l="l"/>
            <a:pathLst>
              <a:path h="5597722" w="4781653">
                <a:moveTo>
                  <a:pt x="0" y="5597722"/>
                </a:moveTo>
                <a:lnTo>
                  <a:pt x="4781653" y="5597722"/>
                </a:lnTo>
                <a:lnTo>
                  <a:pt x="4781653" y="0"/>
                </a:lnTo>
                <a:lnTo>
                  <a:pt x="0" y="0"/>
                </a:lnTo>
                <a:lnTo>
                  <a:pt x="0" y="55977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872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93746" y="2835275"/>
            <a:ext cx="11700507" cy="4368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0"/>
              </a:lnSpc>
            </a:pPr>
            <a:r>
              <a:rPr lang="en-US" sz="12500" b="true">
                <a:solidFill>
                  <a:srgbClr val="FECC8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Alcance </a:t>
            </a:r>
          </a:p>
          <a:p>
            <a:pPr algn="ctr">
              <a:lnSpc>
                <a:spcPts val="17500"/>
              </a:lnSpc>
            </a:pPr>
            <a:r>
              <a:rPr lang="en-US" b="true" sz="12500">
                <a:solidFill>
                  <a:srgbClr val="FECC8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Técnico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70079" y="6852723"/>
            <a:ext cx="18758079" cy="3445801"/>
          </a:xfrm>
          <a:custGeom>
            <a:avLst/>
            <a:gdLst/>
            <a:ahLst/>
            <a:cxnLst/>
            <a:rect r="r" b="b" t="t" l="l"/>
            <a:pathLst>
              <a:path h="3445801" w="18758079">
                <a:moveTo>
                  <a:pt x="0" y="0"/>
                </a:moveTo>
                <a:lnTo>
                  <a:pt x="18758079" y="0"/>
                </a:lnTo>
                <a:lnTo>
                  <a:pt x="18758079" y="3445801"/>
                </a:lnTo>
                <a:lnTo>
                  <a:pt x="0" y="3445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56810"/>
            <a:ext cx="18465621" cy="3392077"/>
          </a:xfrm>
          <a:custGeom>
            <a:avLst/>
            <a:gdLst/>
            <a:ahLst/>
            <a:cxnLst/>
            <a:rect r="r" b="b" t="t" l="l"/>
            <a:pathLst>
              <a:path h="3392077" w="18465621">
                <a:moveTo>
                  <a:pt x="0" y="0"/>
                </a:moveTo>
                <a:lnTo>
                  <a:pt x="18465621" y="0"/>
                </a:lnTo>
                <a:lnTo>
                  <a:pt x="18465621" y="3392078"/>
                </a:lnTo>
                <a:lnTo>
                  <a:pt x="0" y="3392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6109" y="4384587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Cliente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29654" y="4384587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Muestra de productos.</a:t>
              </a:r>
            </a:p>
            <a:p>
              <a:pPr algn="l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Recaudación de datos.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29654" y="4384587"/>
            <a:ext cx="3086100" cy="614557"/>
            <a:chOff x="0" y="0"/>
            <a:chExt cx="812800" cy="1618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61859"/>
            </a:xfrm>
            <a:custGeom>
              <a:avLst/>
              <a:gdLst/>
              <a:ahLst/>
              <a:cxnLst/>
              <a:rect r="r" b="b" t="t" l="l"/>
              <a:pathLst>
                <a:path h="1618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61859"/>
                  </a:lnTo>
                  <a:lnTo>
                    <a:pt x="0" y="16185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199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App / Página Web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173200" y="4384587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Base de datos.</a:t>
              </a:r>
            </a:p>
            <a:p>
              <a:pPr algn="l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Gestión de datos.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173200" y="4384587"/>
            <a:ext cx="3086100" cy="614557"/>
            <a:chOff x="0" y="0"/>
            <a:chExt cx="812800" cy="1618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161859"/>
            </a:xfrm>
            <a:custGeom>
              <a:avLst/>
              <a:gdLst/>
              <a:ahLst/>
              <a:cxnLst/>
              <a:rect r="r" b="b" t="t" l="l"/>
              <a:pathLst>
                <a:path h="16185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61859"/>
                  </a:lnTo>
                  <a:lnTo>
                    <a:pt x="0" y="16185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199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Servidor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7172209" y="5927637"/>
            <a:ext cx="195744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TextBox 18" id="18"/>
          <p:cNvSpPr txBox="true"/>
          <p:nvPr/>
        </p:nvSpPr>
        <p:spPr>
          <a:xfrm rot="0">
            <a:off x="1028700" y="675641"/>
            <a:ext cx="7004398" cy="116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39"/>
              </a:lnSpc>
            </a:pPr>
            <a:r>
              <a:rPr lang="en-US" b="true" sz="8499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Arquitectura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2706283"/>
            <a:ext cx="1623060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Será una arquitectura de Cliente-Servidor de 3 niveles siendo de modelo de Cliente Ligero.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5349153"/>
            <a:ext cx="2685635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Modelo de 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Cliente Ligero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8113395"/>
            <a:ext cx="1623060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arquitectura de 3 niveles se usa por que organiza mejor el sistema lo hace más seguro, mantenible y escalable que un Cliente-Servidor simple de 2 capas.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28700" y="1935504"/>
            <a:ext cx="6693597" cy="304601"/>
          </a:xfrm>
          <a:custGeom>
            <a:avLst/>
            <a:gdLst/>
            <a:ahLst/>
            <a:cxnLst/>
            <a:rect r="r" b="b" t="t" l="l"/>
            <a:pathLst>
              <a:path h="304601" w="6693597">
                <a:moveTo>
                  <a:pt x="0" y="0"/>
                </a:moveTo>
                <a:lnTo>
                  <a:pt x="6693597" y="0"/>
                </a:lnTo>
                <a:lnTo>
                  <a:pt x="6693597" y="304601"/>
                </a:lnTo>
                <a:lnTo>
                  <a:pt x="0" y="304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3" id="23"/>
          <p:cNvSpPr/>
          <p:nvPr/>
        </p:nvSpPr>
        <p:spPr>
          <a:xfrm>
            <a:off x="12215754" y="5927637"/>
            <a:ext cx="195744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arrow" len="sm" w="med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8621" y="2108090"/>
            <a:ext cx="4784479" cy="217724"/>
          </a:xfrm>
          <a:custGeom>
            <a:avLst/>
            <a:gdLst/>
            <a:ahLst/>
            <a:cxnLst/>
            <a:rect r="r" b="b" t="t" l="l"/>
            <a:pathLst>
              <a:path h="217724" w="4784479">
                <a:moveTo>
                  <a:pt x="0" y="0"/>
                </a:moveTo>
                <a:lnTo>
                  <a:pt x="4784479" y="0"/>
                </a:lnTo>
                <a:lnTo>
                  <a:pt x="4784479" y="217723"/>
                </a:lnTo>
                <a:lnTo>
                  <a:pt x="0" y="2177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9144000" y="5033704"/>
          <a:ext cx="7342161" cy="1604962"/>
        </p:xfrm>
        <a:graphic>
          <a:graphicData uri="http://schemas.openxmlformats.org/drawingml/2006/table">
            <a:tbl>
              <a:tblPr/>
              <a:tblGrid>
                <a:gridCol w="3671081"/>
                <a:gridCol w="3671081"/>
              </a:tblGrid>
              <a:tr h="8024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LENGUAJE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VERSIÓN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8024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Python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3.13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1554556" y="2901342"/>
            <a:ext cx="6522934" cy="6356958"/>
          </a:xfrm>
          <a:custGeom>
            <a:avLst/>
            <a:gdLst/>
            <a:ahLst/>
            <a:cxnLst/>
            <a:rect r="r" b="b" t="t" l="l"/>
            <a:pathLst>
              <a:path h="6356958" w="6522934">
                <a:moveTo>
                  <a:pt x="0" y="0"/>
                </a:moveTo>
                <a:lnTo>
                  <a:pt x="6522934" y="0"/>
                </a:lnTo>
                <a:lnTo>
                  <a:pt x="652293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1086" t="0" r="-32168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44772"/>
            <a:ext cx="7048790" cy="1163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839"/>
              </a:lnSpc>
            </a:pPr>
            <a:r>
              <a:rPr lang="en-US" b="true" sz="8499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Backend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7652" y="1728252"/>
            <a:ext cx="5659957" cy="257563"/>
          </a:xfrm>
          <a:custGeom>
            <a:avLst/>
            <a:gdLst/>
            <a:ahLst/>
            <a:cxnLst/>
            <a:rect r="r" b="b" t="t" l="l"/>
            <a:pathLst>
              <a:path h="257563" w="5659957">
                <a:moveTo>
                  <a:pt x="0" y="0"/>
                </a:moveTo>
                <a:lnTo>
                  <a:pt x="5659957" y="0"/>
                </a:lnTo>
                <a:lnTo>
                  <a:pt x="5659957" y="257563"/>
                </a:lnTo>
                <a:lnTo>
                  <a:pt x="0" y="257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8077490" y="4911266"/>
          <a:ext cx="9181810" cy="1604962"/>
        </p:xfrm>
        <a:graphic>
          <a:graphicData uri="http://schemas.openxmlformats.org/drawingml/2006/table">
            <a:tbl>
              <a:tblPr/>
              <a:tblGrid>
                <a:gridCol w="4281216"/>
                <a:gridCol w="4900594"/>
              </a:tblGrid>
              <a:tr h="8024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LENGUAJE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VERSIÓN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8024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JavaScript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ECMAScript 2024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545809" y="2790348"/>
            <a:ext cx="5641800" cy="6356958"/>
          </a:xfrm>
          <a:custGeom>
            <a:avLst/>
            <a:gdLst/>
            <a:ahLst/>
            <a:cxnLst/>
            <a:rect r="r" b="b" t="t" l="l"/>
            <a:pathLst>
              <a:path h="6356958" w="5641800">
                <a:moveTo>
                  <a:pt x="0" y="0"/>
                </a:moveTo>
                <a:lnTo>
                  <a:pt x="5641800" y="0"/>
                </a:lnTo>
                <a:lnTo>
                  <a:pt x="564180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93714"/>
            <a:ext cx="7048790" cy="116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839"/>
              </a:lnSpc>
            </a:pPr>
            <a:r>
              <a:rPr lang="en-US" b="true" sz="8499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Frontend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43356" y="2315843"/>
            <a:ext cx="7909410" cy="359928"/>
          </a:xfrm>
          <a:custGeom>
            <a:avLst/>
            <a:gdLst/>
            <a:ahLst/>
            <a:cxnLst/>
            <a:rect r="r" b="b" t="t" l="l"/>
            <a:pathLst>
              <a:path h="359928" w="7909410">
                <a:moveTo>
                  <a:pt x="0" y="0"/>
                </a:moveTo>
                <a:lnTo>
                  <a:pt x="7909410" y="0"/>
                </a:lnTo>
                <a:lnTo>
                  <a:pt x="7909410" y="359928"/>
                </a:lnTo>
                <a:lnTo>
                  <a:pt x="0" y="3599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4036276" y="7424666"/>
          <a:ext cx="9523570" cy="1643062"/>
        </p:xfrm>
        <a:graphic>
          <a:graphicData uri="http://schemas.openxmlformats.org/drawingml/2006/table">
            <a:tbl>
              <a:tblPr/>
              <a:tblGrid>
                <a:gridCol w="5291821"/>
                <a:gridCol w="4231749"/>
              </a:tblGrid>
              <a:tr h="8215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LENGUAJE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VERSIÓN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8215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Microsoft SQL Server 2022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1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16.0.4210.1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2448462" y="3130771"/>
            <a:ext cx="12699198" cy="3333539"/>
          </a:xfrm>
          <a:custGeom>
            <a:avLst/>
            <a:gdLst/>
            <a:ahLst/>
            <a:cxnLst/>
            <a:rect r="r" b="b" t="t" l="l"/>
            <a:pathLst>
              <a:path h="3333539" w="12699198">
                <a:moveTo>
                  <a:pt x="0" y="0"/>
                </a:moveTo>
                <a:lnTo>
                  <a:pt x="12699198" y="0"/>
                </a:lnTo>
                <a:lnTo>
                  <a:pt x="12699198" y="3333539"/>
                </a:lnTo>
                <a:lnTo>
                  <a:pt x="0" y="3333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73666" y="1152525"/>
            <a:ext cx="7048790" cy="1163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39"/>
              </a:lnSpc>
            </a:pPr>
            <a:r>
              <a:rPr lang="en-US" b="true" sz="8499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Gestor de BD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1824" y="3450930"/>
            <a:ext cx="8355294" cy="380218"/>
          </a:xfrm>
          <a:custGeom>
            <a:avLst/>
            <a:gdLst/>
            <a:ahLst/>
            <a:cxnLst/>
            <a:rect r="r" b="b" t="t" l="l"/>
            <a:pathLst>
              <a:path h="380218" w="8355294">
                <a:moveTo>
                  <a:pt x="0" y="0"/>
                </a:moveTo>
                <a:lnTo>
                  <a:pt x="8355293" y="0"/>
                </a:lnTo>
                <a:lnTo>
                  <a:pt x="8355293" y="380218"/>
                </a:lnTo>
                <a:lnTo>
                  <a:pt x="0" y="380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641251" y="5846493"/>
          <a:ext cx="6531923" cy="1604962"/>
        </p:xfrm>
        <a:graphic>
          <a:graphicData uri="http://schemas.openxmlformats.org/drawingml/2006/table">
            <a:tbl>
              <a:tblPr/>
              <a:tblGrid>
                <a:gridCol w="3712957"/>
                <a:gridCol w="2818966"/>
              </a:tblGrid>
              <a:tr h="8024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LENGUAJE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VERSIÓN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8024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Visual Studio Code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1.103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10468380" y="2668014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345395"/>
            <a:ext cx="8581541" cy="1105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b="true" sz="80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Herramientas IDE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9760" y="2818966"/>
            <a:ext cx="9727783" cy="442675"/>
          </a:xfrm>
          <a:custGeom>
            <a:avLst/>
            <a:gdLst/>
            <a:ahLst/>
            <a:cxnLst/>
            <a:rect r="r" b="b" t="t" l="l"/>
            <a:pathLst>
              <a:path h="442675" w="9727783">
                <a:moveTo>
                  <a:pt x="0" y="0"/>
                </a:moveTo>
                <a:lnTo>
                  <a:pt x="9727783" y="0"/>
                </a:lnTo>
                <a:lnTo>
                  <a:pt x="9727783" y="442675"/>
                </a:lnTo>
                <a:lnTo>
                  <a:pt x="0" y="442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8816245" y="5526998"/>
          <a:ext cx="7944646" cy="1604962"/>
        </p:xfrm>
        <a:graphic>
          <a:graphicData uri="http://schemas.openxmlformats.org/drawingml/2006/table">
            <a:tbl>
              <a:tblPr/>
              <a:tblGrid>
                <a:gridCol w="3941141"/>
                <a:gridCol w="4003504"/>
              </a:tblGrid>
              <a:tr h="8024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LENGUAJE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VERSIÓN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8024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Git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2.50.1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1229760" y="4394143"/>
            <a:ext cx="6960062" cy="3870672"/>
          </a:xfrm>
          <a:custGeom>
            <a:avLst/>
            <a:gdLst/>
            <a:ahLst/>
            <a:cxnLst/>
            <a:rect r="r" b="b" t="t" l="l"/>
            <a:pathLst>
              <a:path h="3870672" w="6960062">
                <a:moveTo>
                  <a:pt x="0" y="0"/>
                </a:moveTo>
                <a:lnTo>
                  <a:pt x="6960062" y="0"/>
                </a:lnTo>
                <a:lnTo>
                  <a:pt x="6960062" y="3870672"/>
                </a:lnTo>
                <a:lnTo>
                  <a:pt x="0" y="3870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979" t="-32673" r="-11356" b="-3500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713430"/>
            <a:ext cx="13725099" cy="1105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20"/>
              </a:lnSpc>
            </a:pPr>
            <a:r>
              <a:rPr lang="en-US" b="true" sz="80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Manejo de Versiones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872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93746" y="3944938"/>
            <a:ext cx="11700507" cy="214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0"/>
              </a:lnSpc>
            </a:pPr>
            <a:r>
              <a:rPr lang="en-US" b="true" sz="12500">
                <a:solidFill>
                  <a:srgbClr val="FECC8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Diagramas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70079" y="6852723"/>
            <a:ext cx="18758079" cy="3445801"/>
          </a:xfrm>
          <a:custGeom>
            <a:avLst/>
            <a:gdLst/>
            <a:ahLst/>
            <a:cxnLst/>
            <a:rect r="r" b="b" t="t" l="l"/>
            <a:pathLst>
              <a:path h="3445801" w="18758079">
                <a:moveTo>
                  <a:pt x="0" y="0"/>
                </a:moveTo>
                <a:lnTo>
                  <a:pt x="18758079" y="0"/>
                </a:lnTo>
                <a:lnTo>
                  <a:pt x="18758079" y="3445801"/>
                </a:lnTo>
                <a:lnTo>
                  <a:pt x="0" y="3445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56810"/>
            <a:ext cx="18465621" cy="3392077"/>
          </a:xfrm>
          <a:custGeom>
            <a:avLst/>
            <a:gdLst/>
            <a:ahLst/>
            <a:cxnLst/>
            <a:rect r="r" b="b" t="t" l="l"/>
            <a:pathLst>
              <a:path h="3392077" w="18465621">
                <a:moveTo>
                  <a:pt x="0" y="0"/>
                </a:moveTo>
                <a:lnTo>
                  <a:pt x="18465621" y="0"/>
                </a:lnTo>
                <a:lnTo>
                  <a:pt x="18465621" y="3392078"/>
                </a:lnTo>
                <a:lnTo>
                  <a:pt x="0" y="3392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787525"/>
            <a:ext cx="6278007" cy="285689"/>
          </a:xfrm>
          <a:custGeom>
            <a:avLst/>
            <a:gdLst/>
            <a:ahLst/>
            <a:cxnLst/>
            <a:rect r="r" b="b" t="t" l="l"/>
            <a:pathLst>
              <a:path h="285689" w="6278007">
                <a:moveTo>
                  <a:pt x="0" y="0"/>
                </a:moveTo>
                <a:lnTo>
                  <a:pt x="6278007" y="0"/>
                </a:lnTo>
                <a:lnTo>
                  <a:pt x="6278007" y="285688"/>
                </a:lnTo>
                <a:lnTo>
                  <a:pt x="0" y="285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364925" y="7992886"/>
            <a:ext cx="4769444" cy="1830246"/>
            <a:chOff x="0" y="0"/>
            <a:chExt cx="6359259" cy="244032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1452610"/>
              <a:ext cx="3073305" cy="987719"/>
              <a:chOff x="0" y="0"/>
              <a:chExt cx="607073" cy="19510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07073" cy="195105"/>
              </a:xfrm>
              <a:custGeom>
                <a:avLst/>
                <a:gdLst/>
                <a:ahLst/>
                <a:cxnLst/>
                <a:rect r="r" b="b" t="t" l="l"/>
                <a:pathLst>
                  <a:path h="195105" w="607073">
                    <a:moveTo>
                      <a:pt x="0" y="0"/>
                    </a:moveTo>
                    <a:lnTo>
                      <a:pt x="607073" y="0"/>
                    </a:lnTo>
                    <a:lnTo>
                      <a:pt x="607073" y="195105"/>
                    </a:lnTo>
                    <a:lnTo>
                      <a:pt x="0" y="195105"/>
                    </a:ln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07073" cy="2332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679357"/>
              <a:ext cx="3073305" cy="794665"/>
              <a:chOff x="0" y="0"/>
              <a:chExt cx="607073" cy="15697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07073" cy="156971"/>
              </a:xfrm>
              <a:custGeom>
                <a:avLst/>
                <a:gdLst/>
                <a:ahLst/>
                <a:cxnLst/>
                <a:rect r="r" b="b" t="t" l="l"/>
                <a:pathLst>
                  <a:path h="156971" w="607073">
                    <a:moveTo>
                      <a:pt x="0" y="0"/>
                    </a:moveTo>
                    <a:lnTo>
                      <a:pt x="607073" y="0"/>
                    </a:lnTo>
                    <a:lnTo>
                      <a:pt x="607073" y="156971"/>
                    </a:lnTo>
                    <a:lnTo>
                      <a:pt x="0" y="156971"/>
                    </a:ln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607073" cy="1950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3073305" cy="705563"/>
              <a:chOff x="0" y="0"/>
              <a:chExt cx="607073" cy="13937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07073" cy="139370"/>
              </a:xfrm>
              <a:custGeom>
                <a:avLst/>
                <a:gdLst/>
                <a:ahLst/>
                <a:cxnLst/>
                <a:rect r="r" b="b" t="t" l="l"/>
                <a:pathLst>
                  <a:path h="139370" w="607073">
                    <a:moveTo>
                      <a:pt x="0" y="0"/>
                    </a:moveTo>
                    <a:lnTo>
                      <a:pt x="607073" y="0"/>
                    </a:lnTo>
                    <a:lnTo>
                      <a:pt x="607073" y="139370"/>
                    </a:lnTo>
                    <a:lnTo>
                      <a:pt x="0" y="139370"/>
                    </a:ln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07073" cy="1774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911864" y="182813"/>
              <a:ext cx="1249577" cy="368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080"/>
                </a:lnSpc>
              </a:pPr>
              <a:r>
                <a:rPr lang="en-US" sz="2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Person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30165" y="830944"/>
              <a:ext cx="2753958" cy="5200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560"/>
                </a:lnSpc>
              </a:pP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-name: String</a:t>
              </a:r>
            </a:p>
            <a:p>
              <a:pPr algn="just">
                <a:lnSpc>
                  <a:spcPts val="1560"/>
                </a:lnSpc>
              </a:pP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-birthDate: Date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30165" y="1573724"/>
              <a:ext cx="2812976" cy="7740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560"/>
                </a:lnSpc>
              </a:pP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+getName(): String</a:t>
              </a:r>
            </a:p>
            <a:p>
              <a:pPr algn="just">
                <a:lnSpc>
                  <a:spcPts val="1560"/>
                </a:lnSpc>
              </a:pP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+setName(name): Void</a:t>
              </a:r>
            </a:p>
            <a:p>
              <a:pPr algn="just">
                <a:lnSpc>
                  <a:spcPts val="1560"/>
                </a:lnSpc>
              </a:pPr>
              <a:r>
                <a:rPr lang="en-US" sz="15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+isBirthdar(): Boolean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933277" y="234036"/>
              <a:ext cx="1371408" cy="2660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b="true" sz="15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Name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933277" y="957944"/>
              <a:ext cx="1371408" cy="2660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b="true" sz="15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Attributes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878702" y="1870312"/>
              <a:ext cx="1480557" cy="2660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b="true" sz="15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Operations</a:t>
              </a:r>
            </a:p>
          </p:txBody>
        </p:sp>
        <p:sp>
          <p:nvSpPr>
            <p:cNvPr name="AutoShape 19" id="19"/>
            <p:cNvSpPr/>
            <p:nvPr/>
          </p:nvSpPr>
          <p:spPr>
            <a:xfrm>
              <a:off x="3270860" y="352781"/>
              <a:ext cx="1404642" cy="0"/>
            </a:xfrm>
            <a:prstGeom prst="line">
              <a:avLst/>
            </a:prstGeom>
            <a:ln cap="flat" w="88900">
              <a:solidFill>
                <a:srgbClr val="444C5C"/>
              </a:solidFill>
              <a:prstDash val="solid"/>
              <a:headEnd type="arrow" len="sm" w="med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3270860" y="1944607"/>
              <a:ext cx="1404642" cy="0"/>
            </a:xfrm>
            <a:prstGeom prst="line">
              <a:avLst/>
            </a:prstGeom>
            <a:ln cap="flat" w="88900">
              <a:solidFill>
                <a:srgbClr val="444C5C"/>
              </a:solidFill>
              <a:prstDash val="solid"/>
              <a:headEnd type="arrow" len="sm" w="med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3270860" y="1076689"/>
              <a:ext cx="1404642" cy="0"/>
            </a:xfrm>
            <a:prstGeom prst="line">
              <a:avLst/>
            </a:prstGeom>
            <a:ln cap="flat" w="88900">
              <a:solidFill>
                <a:srgbClr val="444C5C"/>
              </a:solidFill>
              <a:prstDash val="solid"/>
              <a:headEnd type="arrow" len="sm" w="med"/>
              <a:tailEnd type="none" len="sm" w="sm"/>
            </a:ln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0" y="2447537"/>
            <a:ext cx="18288000" cy="4885336"/>
          </a:xfrm>
          <a:custGeom>
            <a:avLst/>
            <a:gdLst/>
            <a:ahLst/>
            <a:cxnLst/>
            <a:rect r="r" b="b" t="t" l="l"/>
            <a:pathLst>
              <a:path h="4885336" w="18288000">
                <a:moveTo>
                  <a:pt x="0" y="0"/>
                </a:moveTo>
                <a:lnTo>
                  <a:pt x="18288000" y="0"/>
                </a:lnTo>
                <a:lnTo>
                  <a:pt x="18288000" y="4885336"/>
                </a:lnTo>
                <a:lnTo>
                  <a:pt x="0" y="4885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7" t="0" r="-487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38337" y="1104900"/>
            <a:ext cx="6058734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99"/>
              </a:lnSpc>
            </a:pPr>
            <a:r>
              <a:rPr lang="en-US" b="true" sz="4999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Diagrama de Clases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61540" y="7370973"/>
            <a:ext cx="2109732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b="true" sz="2499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Referencias: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9638" y="2642905"/>
            <a:ext cx="6561571" cy="298593"/>
          </a:xfrm>
          <a:custGeom>
            <a:avLst/>
            <a:gdLst/>
            <a:ahLst/>
            <a:cxnLst/>
            <a:rect r="r" b="b" t="t" l="l"/>
            <a:pathLst>
              <a:path h="298593" w="6561571">
                <a:moveTo>
                  <a:pt x="0" y="0"/>
                </a:moveTo>
                <a:lnTo>
                  <a:pt x="6561571" y="0"/>
                </a:lnTo>
                <a:lnTo>
                  <a:pt x="6561571" y="298593"/>
                </a:lnTo>
                <a:lnTo>
                  <a:pt x="0" y="298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646645"/>
            <a:ext cx="6780116" cy="5640355"/>
          </a:xfrm>
          <a:custGeom>
            <a:avLst/>
            <a:gdLst/>
            <a:ahLst/>
            <a:cxnLst/>
            <a:rect r="r" b="b" t="t" l="l"/>
            <a:pathLst>
              <a:path h="5640355" w="6780116">
                <a:moveTo>
                  <a:pt x="0" y="0"/>
                </a:moveTo>
                <a:lnTo>
                  <a:pt x="6780116" y="0"/>
                </a:lnTo>
                <a:lnTo>
                  <a:pt x="6780116" y="5640355"/>
                </a:lnTo>
                <a:lnTo>
                  <a:pt x="0" y="56403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97056" y="0"/>
            <a:ext cx="7676043" cy="10287000"/>
          </a:xfrm>
          <a:custGeom>
            <a:avLst/>
            <a:gdLst/>
            <a:ahLst/>
            <a:cxnLst/>
            <a:rect r="r" b="b" t="t" l="l"/>
            <a:pathLst>
              <a:path h="10287000" w="7676043">
                <a:moveTo>
                  <a:pt x="0" y="0"/>
                </a:moveTo>
                <a:lnTo>
                  <a:pt x="7676043" y="0"/>
                </a:lnTo>
                <a:lnTo>
                  <a:pt x="76760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579" t="0" r="-178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9890" y="1303056"/>
            <a:ext cx="6981067" cy="133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4999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Diagrama de Relaciones de Clases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924" y="2444750"/>
            <a:ext cx="4829862" cy="219789"/>
          </a:xfrm>
          <a:custGeom>
            <a:avLst/>
            <a:gdLst/>
            <a:ahLst/>
            <a:cxnLst/>
            <a:rect r="r" b="b" t="t" l="l"/>
            <a:pathLst>
              <a:path h="219789" w="4829862">
                <a:moveTo>
                  <a:pt x="0" y="0"/>
                </a:moveTo>
                <a:lnTo>
                  <a:pt x="4829862" y="0"/>
                </a:lnTo>
                <a:lnTo>
                  <a:pt x="4829862" y="219789"/>
                </a:lnTo>
                <a:lnTo>
                  <a:pt x="0" y="2197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250631"/>
            <a:ext cx="5449306" cy="4036369"/>
          </a:xfrm>
          <a:custGeom>
            <a:avLst/>
            <a:gdLst/>
            <a:ahLst/>
            <a:cxnLst/>
            <a:rect r="r" b="b" t="t" l="l"/>
            <a:pathLst>
              <a:path h="4036369" w="5449306">
                <a:moveTo>
                  <a:pt x="0" y="0"/>
                </a:moveTo>
                <a:lnTo>
                  <a:pt x="5449306" y="0"/>
                </a:lnTo>
                <a:lnTo>
                  <a:pt x="5449306" y="4036369"/>
                </a:lnTo>
                <a:lnTo>
                  <a:pt x="0" y="40363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482" r="-109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19213" y="99366"/>
            <a:ext cx="12668787" cy="10088267"/>
          </a:xfrm>
          <a:custGeom>
            <a:avLst/>
            <a:gdLst/>
            <a:ahLst/>
            <a:cxnLst/>
            <a:rect r="r" b="b" t="t" l="l"/>
            <a:pathLst>
              <a:path h="10088267" w="12668787">
                <a:moveTo>
                  <a:pt x="0" y="0"/>
                </a:moveTo>
                <a:lnTo>
                  <a:pt x="12668787" y="0"/>
                </a:lnTo>
                <a:lnTo>
                  <a:pt x="12668787" y="10088268"/>
                </a:lnTo>
                <a:lnTo>
                  <a:pt x="0" y="100882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50" t="-4374" r="0" b="-121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1817" y="1095375"/>
            <a:ext cx="4965673" cy="134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0"/>
              </a:lnSpc>
            </a:pPr>
            <a:r>
              <a:rPr lang="en-US" b="true" sz="50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Diagrama Caso de Usos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50281" y="3799664"/>
            <a:ext cx="8320275" cy="378625"/>
          </a:xfrm>
          <a:custGeom>
            <a:avLst/>
            <a:gdLst/>
            <a:ahLst/>
            <a:cxnLst/>
            <a:rect r="r" b="b" t="t" l="l"/>
            <a:pathLst>
              <a:path h="378625" w="8320275">
                <a:moveTo>
                  <a:pt x="0" y="0"/>
                </a:moveTo>
                <a:lnTo>
                  <a:pt x="8320276" y="0"/>
                </a:lnTo>
                <a:lnTo>
                  <a:pt x="8320276" y="378625"/>
                </a:lnTo>
                <a:lnTo>
                  <a:pt x="0" y="378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74441" y="4552623"/>
            <a:ext cx="4674883" cy="5504744"/>
          </a:xfrm>
          <a:custGeom>
            <a:avLst/>
            <a:gdLst/>
            <a:ahLst/>
            <a:cxnLst/>
            <a:rect r="r" b="b" t="t" l="l"/>
            <a:pathLst>
              <a:path h="5504744" w="4674883">
                <a:moveTo>
                  <a:pt x="0" y="0"/>
                </a:moveTo>
                <a:lnTo>
                  <a:pt x="4674883" y="0"/>
                </a:lnTo>
                <a:lnTo>
                  <a:pt x="4674883" y="5504744"/>
                </a:lnTo>
                <a:lnTo>
                  <a:pt x="0" y="55047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50281" y="869855"/>
            <a:ext cx="8320275" cy="292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88"/>
              </a:lnSpc>
            </a:pPr>
            <a:r>
              <a:rPr lang="en-US" b="true" sz="1095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Diagrama Actividades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80246" y="4257348"/>
            <a:ext cx="204880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Referencia: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1281" y="0"/>
            <a:ext cx="15795777" cy="10287000"/>
          </a:xfrm>
          <a:custGeom>
            <a:avLst/>
            <a:gdLst/>
            <a:ahLst/>
            <a:cxnLst/>
            <a:rect r="r" b="b" t="t" l="l"/>
            <a:pathLst>
              <a:path h="10287000" w="15795777">
                <a:moveTo>
                  <a:pt x="0" y="0"/>
                </a:moveTo>
                <a:lnTo>
                  <a:pt x="15795777" y="0"/>
                </a:lnTo>
                <a:lnTo>
                  <a:pt x="1579577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1281" y="0"/>
            <a:ext cx="15795777" cy="10287000"/>
          </a:xfrm>
          <a:custGeom>
            <a:avLst/>
            <a:gdLst/>
            <a:ahLst/>
            <a:cxnLst/>
            <a:rect r="r" b="b" t="t" l="l"/>
            <a:pathLst>
              <a:path h="10287000" w="15795777">
                <a:moveTo>
                  <a:pt x="0" y="0"/>
                </a:moveTo>
                <a:lnTo>
                  <a:pt x="15795777" y="0"/>
                </a:lnTo>
                <a:lnTo>
                  <a:pt x="1579577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96" t="0" r="-1996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763" y="236855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1" y="0"/>
                </a:lnTo>
                <a:lnTo>
                  <a:pt x="1828800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91145" y="1028700"/>
            <a:ext cx="6898184" cy="313911"/>
          </a:xfrm>
          <a:custGeom>
            <a:avLst/>
            <a:gdLst/>
            <a:ahLst/>
            <a:cxnLst/>
            <a:rect r="r" b="b" t="t" l="l"/>
            <a:pathLst>
              <a:path h="313911" w="6898184">
                <a:moveTo>
                  <a:pt x="0" y="0"/>
                </a:moveTo>
                <a:lnTo>
                  <a:pt x="6898184" y="0"/>
                </a:lnTo>
                <a:lnTo>
                  <a:pt x="6898184" y="313911"/>
                </a:lnTo>
                <a:lnTo>
                  <a:pt x="0" y="31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80685" y="7859090"/>
            <a:ext cx="5875978" cy="2224983"/>
          </a:xfrm>
          <a:custGeom>
            <a:avLst/>
            <a:gdLst/>
            <a:ahLst/>
            <a:cxnLst/>
            <a:rect r="r" b="b" t="t" l="l"/>
            <a:pathLst>
              <a:path h="2224983" w="5875978">
                <a:moveTo>
                  <a:pt x="0" y="0"/>
                </a:moveTo>
                <a:lnTo>
                  <a:pt x="5875978" y="0"/>
                </a:lnTo>
                <a:lnTo>
                  <a:pt x="5875978" y="2224983"/>
                </a:lnTo>
                <a:lnTo>
                  <a:pt x="0" y="22249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39238" y="4274503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123811" y="132080"/>
            <a:ext cx="6632853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Diagrama de Estados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9087" y="2453229"/>
            <a:ext cx="17789826" cy="7160405"/>
          </a:xfrm>
          <a:custGeom>
            <a:avLst/>
            <a:gdLst/>
            <a:ahLst/>
            <a:cxnLst/>
            <a:rect r="r" b="b" t="t" l="l"/>
            <a:pathLst>
              <a:path h="7160405" w="17789826">
                <a:moveTo>
                  <a:pt x="0" y="0"/>
                </a:moveTo>
                <a:lnTo>
                  <a:pt x="17789826" y="0"/>
                </a:lnTo>
                <a:lnTo>
                  <a:pt x="17789826" y="7160405"/>
                </a:lnTo>
                <a:lnTo>
                  <a:pt x="0" y="71604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7808" y="235459"/>
            <a:ext cx="5804711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Diagrama Entidad-Relacion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90515" y="1984884"/>
            <a:ext cx="5939297" cy="270275"/>
          </a:xfrm>
          <a:custGeom>
            <a:avLst/>
            <a:gdLst/>
            <a:ahLst/>
            <a:cxnLst/>
            <a:rect r="r" b="b" t="t" l="l"/>
            <a:pathLst>
              <a:path h="270275" w="5939297">
                <a:moveTo>
                  <a:pt x="0" y="0"/>
                </a:moveTo>
                <a:lnTo>
                  <a:pt x="5939297" y="0"/>
                </a:lnTo>
                <a:lnTo>
                  <a:pt x="5939297" y="270275"/>
                </a:lnTo>
                <a:lnTo>
                  <a:pt x="0" y="27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09041" y="0"/>
            <a:ext cx="6381454" cy="14424069"/>
          </a:xfrm>
          <a:custGeom>
            <a:avLst/>
            <a:gdLst/>
            <a:ahLst/>
            <a:cxnLst/>
            <a:rect r="r" b="b" t="t" l="l"/>
            <a:pathLst>
              <a:path h="14424069" w="6381454">
                <a:moveTo>
                  <a:pt x="0" y="0"/>
                </a:moveTo>
                <a:lnTo>
                  <a:pt x="6381454" y="0"/>
                </a:lnTo>
                <a:lnTo>
                  <a:pt x="6381454" y="14424069"/>
                </a:lnTo>
                <a:lnTo>
                  <a:pt x="0" y="14424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66261" y="-10056734"/>
            <a:ext cx="6381454" cy="14462218"/>
          </a:xfrm>
          <a:custGeom>
            <a:avLst/>
            <a:gdLst/>
            <a:ahLst/>
            <a:cxnLst/>
            <a:rect r="r" b="b" t="t" l="l"/>
            <a:pathLst>
              <a:path h="14462218" w="6381454">
                <a:moveTo>
                  <a:pt x="0" y="0"/>
                </a:moveTo>
                <a:lnTo>
                  <a:pt x="6381453" y="0"/>
                </a:lnTo>
                <a:lnTo>
                  <a:pt x="6381453" y="14462217"/>
                </a:lnTo>
                <a:lnTo>
                  <a:pt x="0" y="144622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90495" y="38632"/>
            <a:ext cx="6379526" cy="8629892"/>
          </a:xfrm>
          <a:custGeom>
            <a:avLst/>
            <a:gdLst/>
            <a:ahLst/>
            <a:cxnLst/>
            <a:rect r="r" b="b" t="t" l="l"/>
            <a:pathLst>
              <a:path h="8629892" w="6379526">
                <a:moveTo>
                  <a:pt x="0" y="0"/>
                </a:moveTo>
                <a:lnTo>
                  <a:pt x="6379525" y="0"/>
                </a:lnTo>
                <a:lnTo>
                  <a:pt x="6379525" y="8629891"/>
                </a:lnTo>
                <a:lnTo>
                  <a:pt x="0" y="8629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02" t="0" r="-3602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1757" y="2207055"/>
            <a:ext cx="3989180" cy="181533"/>
          </a:xfrm>
          <a:custGeom>
            <a:avLst/>
            <a:gdLst/>
            <a:ahLst/>
            <a:cxnLst/>
            <a:rect r="r" b="b" t="t" l="l"/>
            <a:pathLst>
              <a:path h="181533" w="3989180">
                <a:moveTo>
                  <a:pt x="0" y="0"/>
                </a:moveTo>
                <a:lnTo>
                  <a:pt x="3989180" y="0"/>
                </a:lnTo>
                <a:lnTo>
                  <a:pt x="3989180" y="181532"/>
                </a:lnTo>
                <a:lnTo>
                  <a:pt x="0" y="1815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3270" y="7570264"/>
            <a:ext cx="3688926" cy="2196518"/>
          </a:xfrm>
          <a:custGeom>
            <a:avLst/>
            <a:gdLst/>
            <a:ahLst/>
            <a:cxnLst/>
            <a:rect r="r" b="b" t="t" l="l"/>
            <a:pathLst>
              <a:path h="2196518" w="3688926">
                <a:moveTo>
                  <a:pt x="0" y="0"/>
                </a:moveTo>
                <a:lnTo>
                  <a:pt x="3688926" y="0"/>
                </a:lnTo>
                <a:lnTo>
                  <a:pt x="3688926" y="2196518"/>
                </a:lnTo>
                <a:lnTo>
                  <a:pt x="0" y="21965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1757" y="457630"/>
            <a:ext cx="4191953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Diagrama de </a:t>
            </a:r>
          </a:p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Secuencia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872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50034" y="2835275"/>
            <a:ext cx="13965554" cy="4368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0"/>
              </a:lnSpc>
            </a:pPr>
            <a:r>
              <a:rPr lang="en-US" b="true" sz="12500">
                <a:solidFill>
                  <a:srgbClr val="FECC8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Descripción de los Módulos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70079" y="6852723"/>
            <a:ext cx="18758079" cy="3445801"/>
          </a:xfrm>
          <a:custGeom>
            <a:avLst/>
            <a:gdLst/>
            <a:ahLst/>
            <a:cxnLst/>
            <a:rect r="r" b="b" t="t" l="l"/>
            <a:pathLst>
              <a:path h="3445801" w="18758079">
                <a:moveTo>
                  <a:pt x="0" y="0"/>
                </a:moveTo>
                <a:lnTo>
                  <a:pt x="18758079" y="0"/>
                </a:lnTo>
                <a:lnTo>
                  <a:pt x="18758079" y="3445801"/>
                </a:lnTo>
                <a:lnTo>
                  <a:pt x="0" y="3445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56810"/>
            <a:ext cx="18465621" cy="3392077"/>
          </a:xfrm>
          <a:custGeom>
            <a:avLst/>
            <a:gdLst/>
            <a:ahLst/>
            <a:cxnLst/>
            <a:rect r="r" b="b" t="t" l="l"/>
            <a:pathLst>
              <a:path h="3392077" w="18465621">
                <a:moveTo>
                  <a:pt x="0" y="0"/>
                </a:moveTo>
                <a:lnTo>
                  <a:pt x="18465621" y="0"/>
                </a:lnTo>
                <a:lnTo>
                  <a:pt x="18465621" y="3392078"/>
                </a:lnTo>
                <a:lnTo>
                  <a:pt x="0" y="3392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5450032" y="325837"/>
          <a:ext cx="7387936" cy="8229600"/>
        </p:xfrm>
        <a:graphic>
          <a:graphicData uri="http://schemas.openxmlformats.org/presentationml/2006/ole">
            <p:oleObj imgW="9029700" imgH="9867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5450032" y="440871"/>
          <a:ext cx="7387936" cy="8229600"/>
        </p:xfrm>
        <a:graphic>
          <a:graphicData uri="http://schemas.openxmlformats.org/presentationml/2006/ole">
            <p:oleObj imgW="9029700" imgH="9867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872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93746" y="4012725"/>
            <a:ext cx="11700507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>
                <a:solidFill>
                  <a:srgbClr val="FECC8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Prototipo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70079" y="6852723"/>
            <a:ext cx="18758079" cy="3445801"/>
          </a:xfrm>
          <a:custGeom>
            <a:avLst/>
            <a:gdLst/>
            <a:ahLst/>
            <a:cxnLst/>
            <a:rect r="r" b="b" t="t" l="l"/>
            <a:pathLst>
              <a:path h="3445801" w="18758079">
                <a:moveTo>
                  <a:pt x="0" y="0"/>
                </a:moveTo>
                <a:lnTo>
                  <a:pt x="18758079" y="0"/>
                </a:lnTo>
                <a:lnTo>
                  <a:pt x="18758079" y="3445801"/>
                </a:lnTo>
                <a:lnTo>
                  <a:pt x="0" y="3445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56810"/>
            <a:ext cx="18465621" cy="3392077"/>
          </a:xfrm>
          <a:custGeom>
            <a:avLst/>
            <a:gdLst/>
            <a:ahLst/>
            <a:cxnLst/>
            <a:rect r="r" b="b" t="t" l="l"/>
            <a:pathLst>
              <a:path h="3392077" w="18465621">
                <a:moveTo>
                  <a:pt x="0" y="0"/>
                </a:moveTo>
                <a:lnTo>
                  <a:pt x="18465621" y="0"/>
                </a:lnTo>
                <a:lnTo>
                  <a:pt x="18465621" y="3392078"/>
                </a:lnTo>
                <a:lnTo>
                  <a:pt x="0" y="3392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70207" y="1391922"/>
            <a:ext cx="3547586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Iniciar Sesión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26167" y="2901944"/>
            <a:ext cx="361887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Correo Electronico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617712" y="2723517"/>
            <a:ext cx="6942175" cy="951849"/>
            <a:chOff x="0" y="0"/>
            <a:chExt cx="1828392" cy="2506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392" cy="250693"/>
            </a:xfrm>
            <a:custGeom>
              <a:avLst/>
              <a:gdLst/>
              <a:ahLst/>
              <a:cxnLst/>
              <a:rect r="r" b="b" t="t" l="l"/>
              <a:pathLst>
                <a:path h="250693" w="1828392">
                  <a:moveTo>
                    <a:pt x="14498" y="0"/>
                  </a:moveTo>
                  <a:lnTo>
                    <a:pt x="1813894" y="0"/>
                  </a:lnTo>
                  <a:cubicBezTo>
                    <a:pt x="1821901" y="0"/>
                    <a:pt x="1828392" y="6491"/>
                    <a:pt x="1828392" y="14498"/>
                  </a:cubicBezTo>
                  <a:lnTo>
                    <a:pt x="1828392" y="236195"/>
                  </a:lnTo>
                  <a:cubicBezTo>
                    <a:pt x="1828392" y="244202"/>
                    <a:pt x="1821901" y="250693"/>
                    <a:pt x="1813894" y="250693"/>
                  </a:cubicBezTo>
                  <a:lnTo>
                    <a:pt x="14498" y="250693"/>
                  </a:lnTo>
                  <a:cubicBezTo>
                    <a:pt x="10653" y="250693"/>
                    <a:pt x="6965" y="249165"/>
                    <a:pt x="4246" y="246447"/>
                  </a:cubicBezTo>
                  <a:cubicBezTo>
                    <a:pt x="1527" y="243728"/>
                    <a:pt x="0" y="240040"/>
                    <a:pt x="0" y="236195"/>
                  </a:cubicBezTo>
                  <a:lnTo>
                    <a:pt x="0" y="14498"/>
                  </a:lnTo>
                  <a:cubicBezTo>
                    <a:pt x="0" y="6491"/>
                    <a:pt x="6491" y="0"/>
                    <a:pt x="14498" y="0"/>
                  </a:cubicBezTo>
                  <a:close/>
                </a:path>
              </a:pathLst>
            </a:custGeom>
            <a:ln w="38100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28392" cy="288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617712" y="4027791"/>
            <a:ext cx="6942175" cy="951849"/>
            <a:chOff x="0" y="0"/>
            <a:chExt cx="1828392" cy="2506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28392" cy="250693"/>
            </a:xfrm>
            <a:custGeom>
              <a:avLst/>
              <a:gdLst/>
              <a:ahLst/>
              <a:cxnLst/>
              <a:rect r="r" b="b" t="t" l="l"/>
              <a:pathLst>
                <a:path h="250693" w="1828392">
                  <a:moveTo>
                    <a:pt x="14498" y="0"/>
                  </a:moveTo>
                  <a:lnTo>
                    <a:pt x="1813894" y="0"/>
                  </a:lnTo>
                  <a:cubicBezTo>
                    <a:pt x="1821901" y="0"/>
                    <a:pt x="1828392" y="6491"/>
                    <a:pt x="1828392" y="14498"/>
                  </a:cubicBezTo>
                  <a:lnTo>
                    <a:pt x="1828392" y="236195"/>
                  </a:lnTo>
                  <a:cubicBezTo>
                    <a:pt x="1828392" y="244202"/>
                    <a:pt x="1821901" y="250693"/>
                    <a:pt x="1813894" y="250693"/>
                  </a:cubicBezTo>
                  <a:lnTo>
                    <a:pt x="14498" y="250693"/>
                  </a:lnTo>
                  <a:cubicBezTo>
                    <a:pt x="10653" y="250693"/>
                    <a:pt x="6965" y="249165"/>
                    <a:pt x="4246" y="246447"/>
                  </a:cubicBezTo>
                  <a:cubicBezTo>
                    <a:pt x="1527" y="243728"/>
                    <a:pt x="0" y="240040"/>
                    <a:pt x="0" y="236195"/>
                  </a:cubicBezTo>
                  <a:lnTo>
                    <a:pt x="0" y="14498"/>
                  </a:lnTo>
                  <a:cubicBezTo>
                    <a:pt x="0" y="6491"/>
                    <a:pt x="6491" y="0"/>
                    <a:pt x="14498" y="0"/>
                  </a:cubicBezTo>
                  <a:close/>
                </a:path>
              </a:pathLst>
            </a:custGeom>
            <a:ln w="38100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828392" cy="288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826167" y="4206218"/>
            <a:ext cx="29587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Contraseña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617712" y="5128927"/>
            <a:ext cx="6942175" cy="951849"/>
            <a:chOff x="0" y="0"/>
            <a:chExt cx="9256234" cy="126913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9256234" cy="1269132"/>
              <a:chOff x="0" y="0"/>
              <a:chExt cx="1828392" cy="25069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828392" cy="250693"/>
              </a:xfrm>
              <a:custGeom>
                <a:avLst/>
                <a:gdLst/>
                <a:ahLst/>
                <a:cxnLst/>
                <a:rect r="r" b="b" t="t" l="l"/>
                <a:pathLst>
                  <a:path h="250693" w="1828392">
                    <a:moveTo>
                      <a:pt x="14498" y="0"/>
                    </a:moveTo>
                    <a:lnTo>
                      <a:pt x="1813894" y="0"/>
                    </a:lnTo>
                    <a:cubicBezTo>
                      <a:pt x="1821901" y="0"/>
                      <a:pt x="1828392" y="6491"/>
                      <a:pt x="1828392" y="14498"/>
                    </a:cubicBezTo>
                    <a:lnTo>
                      <a:pt x="1828392" y="236195"/>
                    </a:lnTo>
                    <a:cubicBezTo>
                      <a:pt x="1828392" y="244202"/>
                      <a:pt x="1821901" y="250693"/>
                      <a:pt x="1813894" y="250693"/>
                    </a:cubicBezTo>
                    <a:lnTo>
                      <a:pt x="14498" y="250693"/>
                    </a:lnTo>
                    <a:cubicBezTo>
                      <a:pt x="10653" y="250693"/>
                      <a:pt x="6965" y="249165"/>
                      <a:pt x="4246" y="246447"/>
                    </a:cubicBezTo>
                    <a:cubicBezTo>
                      <a:pt x="1527" y="243728"/>
                      <a:pt x="0" y="240040"/>
                      <a:pt x="0" y="236195"/>
                    </a:cubicBezTo>
                    <a:lnTo>
                      <a:pt x="0" y="14498"/>
                    </a:lnTo>
                    <a:cubicBezTo>
                      <a:pt x="0" y="6491"/>
                      <a:pt x="6491" y="0"/>
                      <a:pt x="14498" y="0"/>
                    </a:cubicBezTo>
                    <a:close/>
                  </a:path>
                </a:pathLst>
              </a:custGeom>
              <a:solidFill>
                <a:srgbClr val="16A4D8"/>
              </a:solidFill>
              <a:ln w="38100" cap="sq">
                <a:solidFill>
                  <a:srgbClr val="16A4D8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828392" cy="288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655587" y="256953"/>
              <a:ext cx="3945061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Iniciar Sesión 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308786" y="6376051"/>
            <a:ext cx="378083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u="sng">
                <a:solidFill>
                  <a:srgbClr val="199FD1"/>
                </a:solidFill>
                <a:latin typeface="Open Sans"/>
                <a:ea typeface="Open Sans"/>
                <a:cs typeface="Open Sans"/>
                <a:sym typeface="Open Sans"/>
                <a:hlinkClick r:id="rId7" action="ppaction://hlinksldjump"/>
              </a:rPr>
              <a:t>¿Olvidaste tu contraseña?</a:t>
            </a:r>
          </a:p>
        </p:txBody>
      </p:sp>
      <p:sp>
        <p:nvSpPr>
          <p:cNvPr name="AutoShape 23" id="23"/>
          <p:cNvSpPr/>
          <p:nvPr/>
        </p:nvSpPr>
        <p:spPr>
          <a:xfrm>
            <a:off x="5953081" y="7179326"/>
            <a:ext cx="6492240" cy="0"/>
          </a:xfrm>
          <a:prstGeom prst="line">
            <a:avLst/>
          </a:prstGeom>
          <a:ln cap="flat" w="3810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7609895" y="7493651"/>
            <a:ext cx="3178612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¿NO TIENES CUENTA?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728113" y="8306451"/>
            <a:ext cx="6942175" cy="951849"/>
            <a:chOff x="0" y="0"/>
            <a:chExt cx="1828392" cy="25069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28392" cy="250693"/>
            </a:xfrm>
            <a:custGeom>
              <a:avLst/>
              <a:gdLst/>
              <a:ahLst/>
              <a:cxnLst/>
              <a:rect r="r" b="b" t="t" l="l"/>
              <a:pathLst>
                <a:path h="250693" w="1828392">
                  <a:moveTo>
                    <a:pt x="14498" y="0"/>
                  </a:moveTo>
                  <a:lnTo>
                    <a:pt x="1813894" y="0"/>
                  </a:lnTo>
                  <a:cubicBezTo>
                    <a:pt x="1821901" y="0"/>
                    <a:pt x="1828392" y="6491"/>
                    <a:pt x="1828392" y="14498"/>
                  </a:cubicBezTo>
                  <a:lnTo>
                    <a:pt x="1828392" y="236195"/>
                  </a:lnTo>
                  <a:cubicBezTo>
                    <a:pt x="1828392" y="244202"/>
                    <a:pt x="1821901" y="250693"/>
                    <a:pt x="1813894" y="250693"/>
                  </a:cubicBezTo>
                  <a:lnTo>
                    <a:pt x="14498" y="250693"/>
                  </a:lnTo>
                  <a:cubicBezTo>
                    <a:pt x="10653" y="250693"/>
                    <a:pt x="6965" y="249165"/>
                    <a:pt x="4246" y="246447"/>
                  </a:cubicBezTo>
                  <a:cubicBezTo>
                    <a:pt x="1527" y="243728"/>
                    <a:pt x="0" y="240040"/>
                    <a:pt x="0" y="236195"/>
                  </a:cubicBezTo>
                  <a:lnTo>
                    <a:pt x="0" y="14498"/>
                  </a:lnTo>
                  <a:cubicBezTo>
                    <a:pt x="0" y="6491"/>
                    <a:pt x="6491" y="0"/>
                    <a:pt x="14498" y="0"/>
                  </a:cubicBezTo>
                  <a:close/>
                </a:path>
              </a:pathLst>
            </a:custGeom>
            <a:ln w="38100" cap="sq">
              <a:solidFill>
                <a:srgbClr val="16A4D8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828392" cy="288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906436" y="8484878"/>
            <a:ext cx="236472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16A4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Registrarse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15006" y="1226186"/>
            <a:ext cx="3547586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Iniciar Sesión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728113" y="3129917"/>
            <a:ext cx="6942175" cy="951849"/>
            <a:chOff x="0" y="0"/>
            <a:chExt cx="1828392" cy="2506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392" cy="250693"/>
            </a:xfrm>
            <a:custGeom>
              <a:avLst/>
              <a:gdLst/>
              <a:ahLst/>
              <a:cxnLst/>
              <a:rect r="r" b="b" t="t" l="l"/>
              <a:pathLst>
                <a:path h="250693" w="1828392">
                  <a:moveTo>
                    <a:pt x="14498" y="0"/>
                  </a:moveTo>
                  <a:lnTo>
                    <a:pt x="1813894" y="0"/>
                  </a:lnTo>
                  <a:cubicBezTo>
                    <a:pt x="1821901" y="0"/>
                    <a:pt x="1828392" y="6491"/>
                    <a:pt x="1828392" y="14498"/>
                  </a:cubicBezTo>
                  <a:lnTo>
                    <a:pt x="1828392" y="236195"/>
                  </a:lnTo>
                  <a:cubicBezTo>
                    <a:pt x="1828392" y="244202"/>
                    <a:pt x="1821901" y="250693"/>
                    <a:pt x="1813894" y="250693"/>
                  </a:cubicBezTo>
                  <a:lnTo>
                    <a:pt x="14498" y="250693"/>
                  </a:lnTo>
                  <a:cubicBezTo>
                    <a:pt x="10653" y="250693"/>
                    <a:pt x="6965" y="249165"/>
                    <a:pt x="4246" y="246447"/>
                  </a:cubicBezTo>
                  <a:cubicBezTo>
                    <a:pt x="1527" y="243728"/>
                    <a:pt x="0" y="240040"/>
                    <a:pt x="0" y="236195"/>
                  </a:cubicBezTo>
                  <a:lnTo>
                    <a:pt x="0" y="14498"/>
                  </a:lnTo>
                  <a:cubicBezTo>
                    <a:pt x="0" y="6491"/>
                    <a:pt x="6491" y="0"/>
                    <a:pt x="14498" y="0"/>
                  </a:cubicBezTo>
                  <a:close/>
                </a:path>
              </a:pathLst>
            </a:custGeom>
            <a:ln w="38100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28392" cy="288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936568" y="3336919"/>
            <a:ext cx="361887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Jesus@gmail.com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728113" y="4462766"/>
            <a:ext cx="6942175" cy="951849"/>
            <a:chOff x="0" y="0"/>
            <a:chExt cx="1828392" cy="2506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28392" cy="250693"/>
            </a:xfrm>
            <a:custGeom>
              <a:avLst/>
              <a:gdLst/>
              <a:ahLst/>
              <a:cxnLst/>
              <a:rect r="r" b="b" t="t" l="l"/>
              <a:pathLst>
                <a:path h="250693" w="1828392">
                  <a:moveTo>
                    <a:pt x="14498" y="0"/>
                  </a:moveTo>
                  <a:lnTo>
                    <a:pt x="1813894" y="0"/>
                  </a:lnTo>
                  <a:cubicBezTo>
                    <a:pt x="1821901" y="0"/>
                    <a:pt x="1828392" y="6491"/>
                    <a:pt x="1828392" y="14498"/>
                  </a:cubicBezTo>
                  <a:lnTo>
                    <a:pt x="1828392" y="236195"/>
                  </a:lnTo>
                  <a:cubicBezTo>
                    <a:pt x="1828392" y="244202"/>
                    <a:pt x="1821901" y="250693"/>
                    <a:pt x="1813894" y="250693"/>
                  </a:cubicBezTo>
                  <a:lnTo>
                    <a:pt x="14498" y="250693"/>
                  </a:lnTo>
                  <a:cubicBezTo>
                    <a:pt x="10653" y="250693"/>
                    <a:pt x="6965" y="249165"/>
                    <a:pt x="4246" y="246447"/>
                  </a:cubicBezTo>
                  <a:cubicBezTo>
                    <a:pt x="1527" y="243728"/>
                    <a:pt x="0" y="240040"/>
                    <a:pt x="0" y="236195"/>
                  </a:cubicBezTo>
                  <a:lnTo>
                    <a:pt x="0" y="14498"/>
                  </a:lnTo>
                  <a:cubicBezTo>
                    <a:pt x="0" y="6491"/>
                    <a:pt x="6491" y="0"/>
                    <a:pt x="14498" y="0"/>
                  </a:cubicBezTo>
                  <a:close/>
                </a:path>
              </a:pathLst>
            </a:custGeom>
            <a:ln w="38100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828392" cy="288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936568" y="4641193"/>
            <a:ext cx="29587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*******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672912" y="5662265"/>
            <a:ext cx="6942175" cy="951849"/>
            <a:chOff x="0" y="0"/>
            <a:chExt cx="9256234" cy="126913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9256234" cy="1269132"/>
              <a:chOff x="0" y="0"/>
              <a:chExt cx="1828392" cy="25069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828392" cy="250693"/>
              </a:xfrm>
              <a:custGeom>
                <a:avLst/>
                <a:gdLst/>
                <a:ahLst/>
                <a:cxnLst/>
                <a:rect r="r" b="b" t="t" l="l"/>
                <a:pathLst>
                  <a:path h="250693" w="1828392">
                    <a:moveTo>
                      <a:pt x="14498" y="0"/>
                    </a:moveTo>
                    <a:lnTo>
                      <a:pt x="1813894" y="0"/>
                    </a:lnTo>
                    <a:cubicBezTo>
                      <a:pt x="1821901" y="0"/>
                      <a:pt x="1828392" y="6491"/>
                      <a:pt x="1828392" y="14498"/>
                    </a:cubicBezTo>
                    <a:lnTo>
                      <a:pt x="1828392" y="236195"/>
                    </a:lnTo>
                    <a:cubicBezTo>
                      <a:pt x="1828392" y="244202"/>
                      <a:pt x="1821901" y="250693"/>
                      <a:pt x="1813894" y="250693"/>
                    </a:cubicBezTo>
                    <a:lnTo>
                      <a:pt x="14498" y="250693"/>
                    </a:lnTo>
                    <a:cubicBezTo>
                      <a:pt x="10653" y="250693"/>
                      <a:pt x="6965" y="249165"/>
                      <a:pt x="4246" y="246447"/>
                    </a:cubicBezTo>
                    <a:cubicBezTo>
                      <a:pt x="1527" y="243728"/>
                      <a:pt x="0" y="240040"/>
                      <a:pt x="0" y="236195"/>
                    </a:cubicBezTo>
                    <a:lnTo>
                      <a:pt x="0" y="14498"/>
                    </a:lnTo>
                    <a:cubicBezTo>
                      <a:pt x="0" y="6491"/>
                      <a:pt x="6491" y="0"/>
                      <a:pt x="14498" y="0"/>
                    </a:cubicBezTo>
                    <a:close/>
                  </a:path>
                </a:pathLst>
              </a:custGeom>
              <a:solidFill>
                <a:srgbClr val="16A4D8"/>
              </a:solidFill>
              <a:ln w="38100" cap="sq">
                <a:solidFill>
                  <a:srgbClr val="16A4D8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828392" cy="288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655587" y="256953"/>
              <a:ext cx="3945061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Iniciar Sesión 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308786" y="6703014"/>
            <a:ext cx="378083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u="sng">
                <a:solidFill>
                  <a:srgbClr val="199FD1"/>
                </a:solidFill>
                <a:latin typeface="Open Sans"/>
                <a:ea typeface="Open Sans"/>
                <a:cs typeface="Open Sans"/>
                <a:sym typeface="Open Sans"/>
                <a:hlinkClick r:id="rId7" action="ppaction://hlinksldjump"/>
              </a:rPr>
              <a:t>¿Olvidaste tu contraseña?</a:t>
            </a:r>
          </a:p>
        </p:txBody>
      </p:sp>
      <p:sp>
        <p:nvSpPr>
          <p:cNvPr name="AutoShape 23" id="23"/>
          <p:cNvSpPr/>
          <p:nvPr/>
        </p:nvSpPr>
        <p:spPr>
          <a:xfrm>
            <a:off x="5953081" y="7506289"/>
            <a:ext cx="6492240" cy="0"/>
          </a:xfrm>
          <a:prstGeom prst="line">
            <a:avLst/>
          </a:prstGeom>
          <a:ln cap="flat" w="3810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7609895" y="7625727"/>
            <a:ext cx="3178612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¿NO TIENES CUENTA?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728113" y="8306451"/>
            <a:ext cx="6942175" cy="951849"/>
            <a:chOff x="0" y="0"/>
            <a:chExt cx="1828392" cy="25069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28392" cy="250693"/>
            </a:xfrm>
            <a:custGeom>
              <a:avLst/>
              <a:gdLst/>
              <a:ahLst/>
              <a:cxnLst/>
              <a:rect r="r" b="b" t="t" l="l"/>
              <a:pathLst>
                <a:path h="250693" w="1828392">
                  <a:moveTo>
                    <a:pt x="14498" y="0"/>
                  </a:moveTo>
                  <a:lnTo>
                    <a:pt x="1813894" y="0"/>
                  </a:lnTo>
                  <a:cubicBezTo>
                    <a:pt x="1821901" y="0"/>
                    <a:pt x="1828392" y="6491"/>
                    <a:pt x="1828392" y="14498"/>
                  </a:cubicBezTo>
                  <a:lnTo>
                    <a:pt x="1828392" y="236195"/>
                  </a:lnTo>
                  <a:cubicBezTo>
                    <a:pt x="1828392" y="244202"/>
                    <a:pt x="1821901" y="250693"/>
                    <a:pt x="1813894" y="250693"/>
                  </a:cubicBezTo>
                  <a:lnTo>
                    <a:pt x="14498" y="250693"/>
                  </a:lnTo>
                  <a:cubicBezTo>
                    <a:pt x="10653" y="250693"/>
                    <a:pt x="6965" y="249165"/>
                    <a:pt x="4246" y="246447"/>
                  </a:cubicBezTo>
                  <a:cubicBezTo>
                    <a:pt x="1527" y="243728"/>
                    <a:pt x="0" y="240040"/>
                    <a:pt x="0" y="236195"/>
                  </a:cubicBezTo>
                  <a:lnTo>
                    <a:pt x="0" y="14498"/>
                  </a:lnTo>
                  <a:cubicBezTo>
                    <a:pt x="0" y="6491"/>
                    <a:pt x="6491" y="0"/>
                    <a:pt x="14498" y="0"/>
                  </a:cubicBezTo>
                  <a:close/>
                </a:path>
              </a:pathLst>
            </a:custGeom>
            <a:ln w="38100" cap="sq">
              <a:solidFill>
                <a:srgbClr val="16A4D8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828392" cy="288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906436" y="8484878"/>
            <a:ext cx="236472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16A4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Registrarse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282981" y="2317117"/>
            <a:ext cx="7332107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u="sng">
                <a:solidFill>
                  <a:srgbClr val="ED1C2E"/>
                </a:solidFill>
                <a:latin typeface="Open Sans"/>
                <a:ea typeface="Open Sans"/>
                <a:cs typeface="Open Sans"/>
                <a:sym typeface="Open Sans"/>
              </a:rPr>
              <a:t>Usuario o contraseña invalida. Vuelve a intentarlo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87679" y="1560848"/>
            <a:ext cx="3153608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Registrarse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728113" y="2749568"/>
            <a:ext cx="6942175" cy="951849"/>
            <a:chOff x="0" y="0"/>
            <a:chExt cx="1828392" cy="2506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392" cy="250693"/>
            </a:xfrm>
            <a:custGeom>
              <a:avLst/>
              <a:gdLst/>
              <a:ahLst/>
              <a:cxnLst/>
              <a:rect r="r" b="b" t="t" l="l"/>
              <a:pathLst>
                <a:path h="250693" w="1828392">
                  <a:moveTo>
                    <a:pt x="14498" y="0"/>
                  </a:moveTo>
                  <a:lnTo>
                    <a:pt x="1813894" y="0"/>
                  </a:lnTo>
                  <a:cubicBezTo>
                    <a:pt x="1821901" y="0"/>
                    <a:pt x="1828392" y="6491"/>
                    <a:pt x="1828392" y="14498"/>
                  </a:cubicBezTo>
                  <a:lnTo>
                    <a:pt x="1828392" y="236195"/>
                  </a:lnTo>
                  <a:cubicBezTo>
                    <a:pt x="1828392" y="244202"/>
                    <a:pt x="1821901" y="250693"/>
                    <a:pt x="1813894" y="250693"/>
                  </a:cubicBezTo>
                  <a:lnTo>
                    <a:pt x="14498" y="250693"/>
                  </a:lnTo>
                  <a:cubicBezTo>
                    <a:pt x="10653" y="250693"/>
                    <a:pt x="6965" y="249165"/>
                    <a:pt x="4246" y="246447"/>
                  </a:cubicBezTo>
                  <a:cubicBezTo>
                    <a:pt x="1527" y="243728"/>
                    <a:pt x="0" y="240040"/>
                    <a:pt x="0" y="236195"/>
                  </a:cubicBezTo>
                  <a:lnTo>
                    <a:pt x="0" y="14498"/>
                  </a:lnTo>
                  <a:cubicBezTo>
                    <a:pt x="0" y="6491"/>
                    <a:pt x="6491" y="0"/>
                    <a:pt x="14498" y="0"/>
                  </a:cubicBezTo>
                  <a:close/>
                </a:path>
              </a:pathLst>
            </a:custGeom>
            <a:ln w="38100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28392" cy="288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728113" y="4082417"/>
            <a:ext cx="6942175" cy="951849"/>
            <a:chOff x="0" y="0"/>
            <a:chExt cx="1828392" cy="2506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392" cy="250693"/>
            </a:xfrm>
            <a:custGeom>
              <a:avLst/>
              <a:gdLst/>
              <a:ahLst/>
              <a:cxnLst/>
              <a:rect r="r" b="b" t="t" l="l"/>
              <a:pathLst>
                <a:path h="250693" w="1828392">
                  <a:moveTo>
                    <a:pt x="14498" y="0"/>
                  </a:moveTo>
                  <a:lnTo>
                    <a:pt x="1813894" y="0"/>
                  </a:lnTo>
                  <a:cubicBezTo>
                    <a:pt x="1821901" y="0"/>
                    <a:pt x="1828392" y="6491"/>
                    <a:pt x="1828392" y="14498"/>
                  </a:cubicBezTo>
                  <a:lnTo>
                    <a:pt x="1828392" y="236195"/>
                  </a:lnTo>
                  <a:cubicBezTo>
                    <a:pt x="1828392" y="244202"/>
                    <a:pt x="1821901" y="250693"/>
                    <a:pt x="1813894" y="250693"/>
                  </a:cubicBezTo>
                  <a:lnTo>
                    <a:pt x="14498" y="250693"/>
                  </a:lnTo>
                  <a:cubicBezTo>
                    <a:pt x="10653" y="250693"/>
                    <a:pt x="6965" y="249165"/>
                    <a:pt x="4246" y="246447"/>
                  </a:cubicBezTo>
                  <a:cubicBezTo>
                    <a:pt x="1527" y="243728"/>
                    <a:pt x="0" y="240040"/>
                    <a:pt x="0" y="236195"/>
                  </a:cubicBezTo>
                  <a:lnTo>
                    <a:pt x="0" y="14498"/>
                  </a:lnTo>
                  <a:cubicBezTo>
                    <a:pt x="0" y="6491"/>
                    <a:pt x="6491" y="0"/>
                    <a:pt x="14498" y="0"/>
                  </a:cubicBezTo>
                  <a:close/>
                </a:path>
              </a:pathLst>
            </a:custGeom>
            <a:ln w="38100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828392" cy="288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728113" y="6938615"/>
            <a:ext cx="6942175" cy="951849"/>
            <a:chOff x="0" y="0"/>
            <a:chExt cx="9256234" cy="126913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9256234" cy="1269132"/>
              <a:chOff x="0" y="0"/>
              <a:chExt cx="1828392" cy="25069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828392" cy="250693"/>
              </a:xfrm>
              <a:custGeom>
                <a:avLst/>
                <a:gdLst/>
                <a:ahLst/>
                <a:cxnLst/>
                <a:rect r="r" b="b" t="t" l="l"/>
                <a:pathLst>
                  <a:path h="250693" w="1828392">
                    <a:moveTo>
                      <a:pt x="14498" y="0"/>
                    </a:moveTo>
                    <a:lnTo>
                      <a:pt x="1813894" y="0"/>
                    </a:lnTo>
                    <a:cubicBezTo>
                      <a:pt x="1821901" y="0"/>
                      <a:pt x="1828392" y="6491"/>
                      <a:pt x="1828392" y="14498"/>
                    </a:cubicBezTo>
                    <a:lnTo>
                      <a:pt x="1828392" y="236195"/>
                    </a:lnTo>
                    <a:cubicBezTo>
                      <a:pt x="1828392" y="244202"/>
                      <a:pt x="1821901" y="250693"/>
                      <a:pt x="1813894" y="250693"/>
                    </a:cubicBezTo>
                    <a:lnTo>
                      <a:pt x="14498" y="250693"/>
                    </a:lnTo>
                    <a:cubicBezTo>
                      <a:pt x="10653" y="250693"/>
                      <a:pt x="6965" y="249165"/>
                      <a:pt x="4246" y="246447"/>
                    </a:cubicBezTo>
                    <a:cubicBezTo>
                      <a:pt x="1527" y="243728"/>
                      <a:pt x="0" y="240040"/>
                      <a:pt x="0" y="236195"/>
                    </a:cubicBezTo>
                    <a:lnTo>
                      <a:pt x="0" y="14498"/>
                    </a:lnTo>
                    <a:cubicBezTo>
                      <a:pt x="0" y="6491"/>
                      <a:pt x="6491" y="0"/>
                      <a:pt x="14498" y="0"/>
                    </a:cubicBezTo>
                    <a:close/>
                  </a:path>
                </a:pathLst>
              </a:custGeom>
              <a:solidFill>
                <a:srgbClr val="16A4D8"/>
              </a:solidFill>
              <a:ln w="38100" cap="sq">
                <a:solidFill>
                  <a:srgbClr val="16A4D8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828392" cy="288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655587" y="256953"/>
              <a:ext cx="3945061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Registrarse 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5953081" y="8192089"/>
            <a:ext cx="6492240" cy="0"/>
          </a:xfrm>
          <a:prstGeom prst="line">
            <a:avLst/>
          </a:prstGeom>
          <a:ln cap="flat" w="3810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8152046" y="8311527"/>
            <a:ext cx="209430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18A1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Iniciar sesión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08281" y="2935614"/>
            <a:ext cx="29587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Correo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008281" y="4260844"/>
            <a:ext cx="29587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Contraseña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728113" y="5510516"/>
            <a:ext cx="6942175" cy="951849"/>
            <a:chOff x="0" y="0"/>
            <a:chExt cx="1828392" cy="25069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28392" cy="250693"/>
            </a:xfrm>
            <a:custGeom>
              <a:avLst/>
              <a:gdLst/>
              <a:ahLst/>
              <a:cxnLst/>
              <a:rect r="r" b="b" t="t" l="l"/>
              <a:pathLst>
                <a:path h="250693" w="1828392">
                  <a:moveTo>
                    <a:pt x="14498" y="0"/>
                  </a:moveTo>
                  <a:lnTo>
                    <a:pt x="1813894" y="0"/>
                  </a:lnTo>
                  <a:cubicBezTo>
                    <a:pt x="1821901" y="0"/>
                    <a:pt x="1828392" y="6491"/>
                    <a:pt x="1828392" y="14498"/>
                  </a:cubicBezTo>
                  <a:lnTo>
                    <a:pt x="1828392" y="236195"/>
                  </a:lnTo>
                  <a:cubicBezTo>
                    <a:pt x="1828392" y="244202"/>
                    <a:pt x="1821901" y="250693"/>
                    <a:pt x="1813894" y="250693"/>
                  </a:cubicBezTo>
                  <a:lnTo>
                    <a:pt x="14498" y="250693"/>
                  </a:lnTo>
                  <a:cubicBezTo>
                    <a:pt x="10653" y="250693"/>
                    <a:pt x="6965" y="249165"/>
                    <a:pt x="4246" y="246447"/>
                  </a:cubicBezTo>
                  <a:cubicBezTo>
                    <a:pt x="1527" y="243728"/>
                    <a:pt x="0" y="240040"/>
                    <a:pt x="0" y="236195"/>
                  </a:cubicBezTo>
                  <a:lnTo>
                    <a:pt x="0" y="14498"/>
                  </a:lnTo>
                  <a:cubicBezTo>
                    <a:pt x="0" y="6491"/>
                    <a:pt x="6491" y="0"/>
                    <a:pt x="14498" y="0"/>
                  </a:cubicBezTo>
                  <a:close/>
                </a:path>
              </a:pathLst>
            </a:custGeom>
            <a:ln w="38100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828392" cy="288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008281" y="5688943"/>
            <a:ext cx="443955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Confirmar Contraseña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728113" y="3319631"/>
            <a:ext cx="6942175" cy="951849"/>
            <a:chOff x="0" y="0"/>
            <a:chExt cx="1828392" cy="2506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392" cy="250693"/>
            </a:xfrm>
            <a:custGeom>
              <a:avLst/>
              <a:gdLst/>
              <a:ahLst/>
              <a:cxnLst/>
              <a:rect r="r" b="b" t="t" l="l"/>
              <a:pathLst>
                <a:path h="250693" w="1828392">
                  <a:moveTo>
                    <a:pt x="14498" y="0"/>
                  </a:moveTo>
                  <a:lnTo>
                    <a:pt x="1813894" y="0"/>
                  </a:lnTo>
                  <a:cubicBezTo>
                    <a:pt x="1821901" y="0"/>
                    <a:pt x="1828392" y="6491"/>
                    <a:pt x="1828392" y="14498"/>
                  </a:cubicBezTo>
                  <a:lnTo>
                    <a:pt x="1828392" y="236195"/>
                  </a:lnTo>
                  <a:cubicBezTo>
                    <a:pt x="1828392" y="244202"/>
                    <a:pt x="1821901" y="250693"/>
                    <a:pt x="1813894" y="250693"/>
                  </a:cubicBezTo>
                  <a:lnTo>
                    <a:pt x="14498" y="250693"/>
                  </a:lnTo>
                  <a:cubicBezTo>
                    <a:pt x="10653" y="250693"/>
                    <a:pt x="6965" y="249165"/>
                    <a:pt x="4246" y="246447"/>
                  </a:cubicBezTo>
                  <a:cubicBezTo>
                    <a:pt x="1527" y="243728"/>
                    <a:pt x="0" y="240040"/>
                    <a:pt x="0" y="236195"/>
                  </a:cubicBezTo>
                  <a:lnTo>
                    <a:pt x="0" y="14498"/>
                  </a:lnTo>
                  <a:cubicBezTo>
                    <a:pt x="0" y="6491"/>
                    <a:pt x="6491" y="0"/>
                    <a:pt x="14498" y="0"/>
                  </a:cubicBezTo>
                  <a:close/>
                </a:path>
              </a:pathLst>
            </a:custGeom>
            <a:ln w="38100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28392" cy="288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28113" y="6938615"/>
            <a:ext cx="6942175" cy="951849"/>
            <a:chOff x="0" y="0"/>
            <a:chExt cx="9256234" cy="126913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9256234" cy="1269132"/>
              <a:chOff x="0" y="0"/>
              <a:chExt cx="1828392" cy="25069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828392" cy="250693"/>
              </a:xfrm>
              <a:custGeom>
                <a:avLst/>
                <a:gdLst/>
                <a:ahLst/>
                <a:cxnLst/>
                <a:rect r="r" b="b" t="t" l="l"/>
                <a:pathLst>
                  <a:path h="250693" w="1828392">
                    <a:moveTo>
                      <a:pt x="14498" y="0"/>
                    </a:moveTo>
                    <a:lnTo>
                      <a:pt x="1813894" y="0"/>
                    </a:lnTo>
                    <a:cubicBezTo>
                      <a:pt x="1821901" y="0"/>
                      <a:pt x="1828392" y="6491"/>
                      <a:pt x="1828392" y="14498"/>
                    </a:cubicBezTo>
                    <a:lnTo>
                      <a:pt x="1828392" y="236195"/>
                    </a:lnTo>
                    <a:cubicBezTo>
                      <a:pt x="1828392" y="244202"/>
                      <a:pt x="1821901" y="250693"/>
                      <a:pt x="1813894" y="250693"/>
                    </a:cubicBezTo>
                    <a:lnTo>
                      <a:pt x="14498" y="250693"/>
                    </a:lnTo>
                    <a:cubicBezTo>
                      <a:pt x="10653" y="250693"/>
                      <a:pt x="6965" y="249165"/>
                      <a:pt x="4246" y="246447"/>
                    </a:cubicBezTo>
                    <a:cubicBezTo>
                      <a:pt x="1527" y="243728"/>
                      <a:pt x="0" y="240040"/>
                      <a:pt x="0" y="236195"/>
                    </a:cubicBezTo>
                    <a:lnTo>
                      <a:pt x="0" y="14498"/>
                    </a:lnTo>
                    <a:cubicBezTo>
                      <a:pt x="0" y="6491"/>
                      <a:pt x="6491" y="0"/>
                      <a:pt x="14498" y="0"/>
                    </a:cubicBezTo>
                    <a:close/>
                  </a:path>
                </a:pathLst>
              </a:custGeom>
              <a:solidFill>
                <a:srgbClr val="16A4D8"/>
              </a:solidFill>
              <a:ln w="38100" cap="sq">
                <a:solidFill>
                  <a:srgbClr val="16A4D8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828392" cy="288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655587" y="256953"/>
              <a:ext cx="3945061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Enviar codigo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5953081" y="8192089"/>
            <a:ext cx="6492240" cy="0"/>
          </a:xfrm>
          <a:prstGeom prst="line">
            <a:avLst/>
          </a:prstGeom>
          <a:ln cap="flat" w="3810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6444132" y="4842980"/>
            <a:ext cx="5510138" cy="1466985"/>
          </a:xfrm>
          <a:custGeom>
            <a:avLst/>
            <a:gdLst/>
            <a:ahLst/>
            <a:cxnLst/>
            <a:rect r="r" b="b" t="t" l="l"/>
            <a:pathLst>
              <a:path h="1466985" w="5510138">
                <a:moveTo>
                  <a:pt x="0" y="0"/>
                </a:moveTo>
                <a:lnTo>
                  <a:pt x="5510138" y="0"/>
                </a:lnTo>
                <a:lnTo>
                  <a:pt x="5510138" y="1466985"/>
                </a:lnTo>
                <a:lnTo>
                  <a:pt x="0" y="14669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93730" y="2130911"/>
            <a:ext cx="634150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Restablecer Contraseña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98220" y="8311527"/>
            <a:ext cx="140196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2500" u="sng">
                <a:solidFill>
                  <a:srgbClr val="18A1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Regresar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08281" y="3505678"/>
            <a:ext cx="29587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Correo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728113" y="3319631"/>
            <a:ext cx="6942175" cy="951849"/>
            <a:chOff x="0" y="0"/>
            <a:chExt cx="1828392" cy="2506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392" cy="250693"/>
            </a:xfrm>
            <a:custGeom>
              <a:avLst/>
              <a:gdLst/>
              <a:ahLst/>
              <a:cxnLst/>
              <a:rect r="r" b="b" t="t" l="l"/>
              <a:pathLst>
                <a:path h="250693" w="1828392">
                  <a:moveTo>
                    <a:pt x="14498" y="0"/>
                  </a:moveTo>
                  <a:lnTo>
                    <a:pt x="1813894" y="0"/>
                  </a:lnTo>
                  <a:cubicBezTo>
                    <a:pt x="1821901" y="0"/>
                    <a:pt x="1828392" y="6491"/>
                    <a:pt x="1828392" y="14498"/>
                  </a:cubicBezTo>
                  <a:lnTo>
                    <a:pt x="1828392" y="236195"/>
                  </a:lnTo>
                  <a:cubicBezTo>
                    <a:pt x="1828392" y="244202"/>
                    <a:pt x="1821901" y="250693"/>
                    <a:pt x="1813894" y="250693"/>
                  </a:cubicBezTo>
                  <a:lnTo>
                    <a:pt x="14498" y="250693"/>
                  </a:lnTo>
                  <a:cubicBezTo>
                    <a:pt x="10653" y="250693"/>
                    <a:pt x="6965" y="249165"/>
                    <a:pt x="4246" y="246447"/>
                  </a:cubicBezTo>
                  <a:cubicBezTo>
                    <a:pt x="1527" y="243728"/>
                    <a:pt x="0" y="240040"/>
                    <a:pt x="0" y="236195"/>
                  </a:cubicBezTo>
                  <a:lnTo>
                    <a:pt x="0" y="14498"/>
                  </a:lnTo>
                  <a:cubicBezTo>
                    <a:pt x="0" y="6491"/>
                    <a:pt x="6491" y="0"/>
                    <a:pt x="14498" y="0"/>
                  </a:cubicBezTo>
                  <a:close/>
                </a:path>
              </a:pathLst>
            </a:custGeom>
            <a:ln w="38100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28392" cy="288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28113" y="6938615"/>
            <a:ext cx="6942175" cy="951849"/>
            <a:chOff x="0" y="0"/>
            <a:chExt cx="9256234" cy="126913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9256234" cy="1269132"/>
              <a:chOff x="0" y="0"/>
              <a:chExt cx="1828392" cy="25069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828392" cy="250693"/>
              </a:xfrm>
              <a:custGeom>
                <a:avLst/>
                <a:gdLst/>
                <a:ahLst/>
                <a:cxnLst/>
                <a:rect r="r" b="b" t="t" l="l"/>
                <a:pathLst>
                  <a:path h="250693" w="1828392">
                    <a:moveTo>
                      <a:pt x="14498" y="0"/>
                    </a:moveTo>
                    <a:lnTo>
                      <a:pt x="1813894" y="0"/>
                    </a:lnTo>
                    <a:cubicBezTo>
                      <a:pt x="1821901" y="0"/>
                      <a:pt x="1828392" y="6491"/>
                      <a:pt x="1828392" y="14498"/>
                    </a:cubicBezTo>
                    <a:lnTo>
                      <a:pt x="1828392" y="236195"/>
                    </a:lnTo>
                    <a:cubicBezTo>
                      <a:pt x="1828392" y="244202"/>
                      <a:pt x="1821901" y="250693"/>
                      <a:pt x="1813894" y="250693"/>
                    </a:cubicBezTo>
                    <a:lnTo>
                      <a:pt x="14498" y="250693"/>
                    </a:lnTo>
                    <a:cubicBezTo>
                      <a:pt x="10653" y="250693"/>
                      <a:pt x="6965" y="249165"/>
                      <a:pt x="4246" y="246447"/>
                    </a:cubicBezTo>
                    <a:cubicBezTo>
                      <a:pt x="1527" y="243728"/>
                      <a:pt x="0" y="240040"/>
                      <a:pt x="0" y="236195"/>
                    </a:cubicBezTo>
                    <a:lnTo>
                      <a:pt x="0" y="14498"/>
                    </a:lnTo>
                    <a:cubicBezTo>
                      <a:pt x="0" y="6491"/>
                      <a:pt x="6491" y="0"/>
                      <a:pt x="14498" y="0"/>
                    </a:cubicBezTo>
                    <a:close/>
                  </a:path>
                </a:pathLst>
              </a:custGeom>
              <a:solidFill>
                <a:srgbClr val="16A4D8"/>
              </a:solidFill>
              <a:ln w="38100" cap="sq">
                <a:solidFill>
                  <a:srgbClr val="16A4D8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828392" cy="288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655587" y="256953"/>
              <a:ext cx="3945061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Enviar codigo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5953081" y="8192089"/>
            <a:ext cx="6492240" cy="0"/>
          </a:xfrm>
          <a:prstGeom prst="line">
            <a:avLst/>
          </a:prstGeom>
          <a:ln cap="flat" w="3810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6444132" y="5185880"/>
            <a:ext cx="5510138" cy="1466985"/>
          </a:xfrm>
          <a:custGeom>
            <a:avLst/>
            <a:gdLst/>
            <a:ahLst/>
            <a:cxnLst/>
            <a:rect r="r" b="b" t="t" l="l"/>
            <a:pathLst>
              <a:path h="1466985" w="5510138">
                <a:moveTo>
                  <a:pt x="0" y="0"/>
                </a:moveTo>
                <a:lnTo>
                  <a:pt x="5510138" y="0"/>
                </a:lnTo>
                <a:lnTo>
                  <a:pt x="5510138" y="1466985"/>
                </a:lnTo>
                <a:lnTo>
                  <a:pt x="0" y="14669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93730" y="2130911"/>
            <a:ext cx="634150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Restablecer Contraseña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98220" y="8311527"/>
            <a:ext cx="140196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2500" u="sng">
                <a:solidFill>
                  <a:srgbClr val="18A1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Regresar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08281" y="3505678"/>
            <a:ext cx="29587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Correo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32320" y="4592155"/>
            <a:ext cx="5333762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u="sng">
                <a:solidFill>
                  <a:srgbClr val="ED1C2E"/>
                </a:solidFill>
                <a:latin typeface="Open Sans"/>
                <a:ea typeface="Open Sans"/>
                <a:cs typeface="Open Sans"/>
                <a:sym typeface="Open Sans"/>
              </a:rPr>
              <a:t>Usuario invalido. Vuelve a intentarlo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728113" y="4424599"/>
            <a:ext cx="6942175" cy="951849"/>
            <a:chOff x="0" y="0"/>
            <a:chExt cx="1828392" cy="2506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392" cy="250693"/>
            </a:xfrm>
            <a:custGeom>
              <a:avLst/>
              <a:gdLst/>
              <a:ahLst/>
              <a:cxnLst/>
              <a:rect r="r" b="b" t="t" l="l"/>
              <a:pathLst>
                <a:path h="250693" w="1828392">
                  <a:moveTo>
                    <a:pt x="14498" y="0"/>
                  </a:moveTo>
                  <a:lnTo>
                    <a:pt x="1813894" y="0"/>
                  </a:lnTo>
                  <a:cubicBezTo>
                    <a:pt x="1821901" y="0"/>
                    <a:pt x="1828392" y="6491"/>
                    <a:pt x="1828392" y="14498"/>
                  </a:cubicBezTo>
                  <a:lnTo>
                    <a:pt x="1828392" y="236195"/>
                  </a:lnTo>
                  <a:cubicBezTo>
                    <a:pt x="1828392" y="244202"/>
                    <a:pt x="1821901" y="250693"/>
                    <a:pt x="1813894" y="250693"/>
                  </a:cubicBezTo>
                  <a:lnTo>
                    <a:pt x="14498" y="250693"/>
                  </a:lnTo>
                  <a:cubicBezTo>
                    <a:pt x="10653" y="250693"/>
                    <a:pt x="6965" y="249165"/>
                    <a:pt x="4246" y="246447"/>
                  </a:cubicBezTo>
                  <a:cubicBezTo>
                    <a:pt x="1527" y="243728"/>
                    <a:pt x="0" y="240040"/>
                    <a:pt x="0" y="236195"/>
                  </a:cubicBezTo>
                  <a:lnTo>
                    <a:pt x="0" y="14498"/>
                  </a:lnTo>
                  <a:cubicBezTo>
                    <a:pt x="0" y="6491"/>
                    <a:pt x="6491" y="0"/>
                    <a:pt x="14498" y="0"/>
                  </a:cubicBezTo>
                  <a:close/>
                </a:path>
              </a:pathLst>
            </a:custGeom>
            <a:ln w="38100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28392" cy="288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28113" y="6938615"/>
            <a:ext cx="6942175" cy="951849"/>
            <a:chOff x="0" y="0"/>
            <a:chExt cx="9256234" cy="126913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9256234" cy="1269132"/>
              <a:chOff x="0" y="0"/>
              <a:chExt cx="1828392" cy="25069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828392" cy="250693"/>
              </a:xfrm>
              <a:custGeom>
                <a:avLst/>
                <a:gdLst/>
                <a:ahLst/>
                <a:cxnLst/>
                <a:rect r="r" b="b" t="t" l="l"/>
                <a:pathLst>
                  <a:path h="250693" w="1828392">
                    <a:moveTo>
                      <a:pt x="14498" y="0"/>
                    </a:moveTo>
                    <a:lnTo>
                      <a:pt x="1813894" y="0"/>
                    </a:lnTo>
                    <a:cubicBezTo>
                      <a:pt x="1821901" y="0"/>
                      <a:pt x="1828392" y="6491"/>
                      <a:pt x="1828392" y="14498"/>
                    </a:cubicBezTo>
                    <a:lnTo>
                      <a:pt x="1828392" y="236195"/>
                    </a:lnTo>
                    <a:cubicBezTo>
                      <a:pt x="1828392" y="244202"/>
                      <a:pt x="1821901" y="250693"/>
                      <a:pt x="1813894" y="250693"/>
                    </a:cubicBezTo>
                    <a:lnTo>
                      <a:pt x="14498" y="250693"/>
                    </a:lnTo>
                    <a:cubicBezTo>
                      <a:pt x="10653" y="250693"/>
                      <a:pt x="6965" y="249165"/>
                      <a:pt x="4246" y="246447"/>
                    </a:cubicBezTo>
                    <a:cubicBezTo>
                      <a:pt x="1527" y="243728"/>
                      <a:pt x="0" y="240040"/>
                      <a:pt x="0" y="236195"/>
                    </a:cubicBezTo>
                    <a:lnTo>
                      <a:pt x="0" y="14498"/>
                    </a:lnTo>
                    <a:cubicBezTo>
                      <a:pt x="0" y="6491"/>
                      <a:pt x="6491" y="0"/>
                      <a:pt x="14498" y="0"/>
                    </a:cubicBezTo>
                    <a:close/>
                  </a:path>
                </a:pathLst>
              </a:custGeom>
              <a:solidFill>
                <a:srgbClr val="16A4D8"/>
              </a:solidFill>
              <a:ln w="38100" cap="sq">
                <a:solidFill>
                  <a:srgbClr val="16A4D8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828392" cy="288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655587" y="256953"/>
              <a:ext cx="3945061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Restablecer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5953081" y="8192089"/>
            <a:ext cx="6492240" cy="0"/>
          </a:xfrm>
          <a:prstGeom prst="line">
            <a:avLst/>
          </a:prstGeom>
          <a:ln cap="flat" w="3810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93730" y="2130911"/>
            <a:ext cx="634150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Restablecer Contraseña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98220" y="8311527"/>
            <a:ext cx="140196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2500" u="sng">
                <a:solidFill>
                  <a:srgbClr val="18A1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Regresar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08281" y="4610645"/>
            <a:ext cx="29587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Codigo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728113" y="4424599"/>
            <a:ext cx="6942175" cy="951849"/>
            <a:chOff x="0" y="0"/>
            <a:chExt cx="1828392" cy="2506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392" cy="250693"/>
            </a:xfrm>
            <a:custGeom>
              <a:avLst/>
              <a:gdLst/>
              <a:ahLst/>
              <a:cxnLst/>
              <a:rect r="r" b="b" t="t" l="l"/>
              <a:pathLst>
                <a:path h="250693" w="1828392">
                  <a:moveTo>
                    <a:pt x="14498" y="0"/>
                  </a:moveTo>
                  <a:lnTo>
                    <a:pt x="1813894" y="0"/>
                  </a:lnTo>
                  <a:cubicBezTo>
                    <a:pt x="1821901" y="0"/>
                    <a:pt x="1828392" y="6491"/>
                    <a:pt x="1828392" y="14498"/>
                  </a:cubicBezTo>
                  <a:lnTo>
                    <a:pt x="1828392" y="236195"/>
                  </a:lnTo>
                  <a:cubicBezTo>
                    <a:pt x="1828392" y="244202"/>
                    <a:pt x="1821901" y="250693"/>
                    <a:pt x="1813894" y="250693"/>
                  </a:cubicBezTo>
                  <a:lnTo>
                    <a:pt x="14498" y="250693"/>
                  </a:lnTo>
                  <a:cubicBezTo>
                    <a:pt x="10653" y="250693"/>
                    <a:pt x="6965" y="249165"/>
                    <a:pt x="4246" y="246447"/>
                  </a:cubicBezTo>
                  <a:cubicBezTo>
                    <a:pt x="1527" y="243728"/>
                    <a:pt x="0" y="240040"/>
                    <a:pt x="0" y="236195"/>
                  </a:cubicBezTo>
                  <a:lnTo>
                    <a:pt x="0" y="14498"/>
                  </a:lnTo>
                  <a:cubicBezTo>
                    <a:pt x="0" y="6491"/>
                    <a:pt x="6491" y="0"/>
                    <a:pt x="14498" y="0"/>
                  </a:cubicBezTo>
                  <a:close/>
                </a:path>
              </a:pathLst>
            </a:custGeom>
            <a:ln w="38100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28392" cy="288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28113" y="6938615"/>
            <a:ext cx="6942175" cy="951849"/>
            <a:chOff x="0" y="0"/>
            <a:chExt cx="9256234" cy="126913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9256234" cy="1269132"/>
              <a:chOff x="0" y="0"/>
              <a:chExt cx="1828392" cy="25069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828392" cy="250693"/>
              </a:xfrm>
              <a:custGeom>
                <a:avLst/>
                <a:gdLst/>
                <a:ahLst/>
                <a:cxnLst/>
                <a:rect r="r" b="b" t="t" l="l"/>
                <a:pathLst>
                  <a:path h="250693" w="1828392">
                    <a:moveTo>
                      <a:pt x="14498" y="0"/>
                    </a:moveTo>
                    <a:lnTo>
                      <a:pt x="1813894" y="0"/>
                    </a:lnTo>
                    <a:cubicBezTo>
                      <a:pt x="1821901" y="0"/>
                      <a:pt x="1828392" y="6491"/>
                      <a:pt x="1828392" y="14498"/>
                    </a:cubicBezTo>
                    <a:lnTo>
                      <a:pt x="1828392" y="236195"/>
                    </a:lnTo>
                    <a:cubicBezTo>
                      <a:pt x="1828392" y="244202"/>
                      <a:pt x="1821901" y="250693"/>
                      <a:pt x="1813894" y="250693"/>
                    </a:cubicBezTo>
                    <a:lnTo>
                      <a:pt x="14498" y="250693"/>
                    </a:lnTo>
                    <a:cubicBezTo>
                      <a:pt x="10653" y="250693"/>
                      <a:pt x="6965" y="249165"/>
                      <a:pt x="4246" y="246447"/>
                    </a:cubicBezTo>
                    <a:cubicBezTo>
                      <a:pt x="1527" y="243728"/>
                      <a:pt x="0" y="240040"/>
                      <a:pt x="0" y="236195"/>
                    </a:cubicBezTo>
                    <a:lnTo>
                      <a:pt x="0" y="14498"/>
                    </a:lnTo>
                    <a:cubicBezTo>
                      <a:pt x="0" y="6491"/>
                      <a:pt x="6491" y="0"/>
                      <a:pt x="14498" y="0"/>
                    </a:cubicBezTo>
                    <a:close/>
                  </a:path>
                </a:pathLst>
              </a:custGeom>
              <a:solidFill>
                <a:srgbClr val="16A4D8"/>
              </a:solidFill>
              <a:ln w="38100" cap="sq">
                <a:solidFill>
                  <a:srgbClr val="16A4D8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828392" cy="288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655587" y="256953"/>
              <a:ext cx="3945061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Restablecer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5953081" y="8192089"/>
            <a:ext cx="6492240" cy="0"/>
          </a:xfrm>
          <a:prstGeom prst="line">
            <a:avLst/>
          </a:prstGeom>
          <a:ln cap="flat" w="3810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93730" y="2130911"/>
            <a:ext cx="634150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Restablecer Contraseña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98220" y="8311527"/>
            <a:ext cx="140196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2500" u="sng">
                <a:solidFill>
                  <a:srgbClr val="18A1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Regresar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08281" y="4610645"/>
            <a:ext cx="29587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Codigo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89767" y="5538373"/>
            <a:ext cx="5218867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u="sng">
                <a:solidFill>
                  <a:srgbClr val="ED1C2E"/>
                </a:solidFill>
                <a:latin typeface="Open Sans"/>
                <a:ea typeface="Open Sans"/>
                <a:cs typeface="Open Sans"/>
                <a:sym typeface="Open Sans"/>
              </a:rPr>
              <a:t>Codigo Invalido. Vuelve a intentarlo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93730" y="1560848"/>
            <a:ext cx="634150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Restablecer Contraseña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728113" y="3239476"/>
            <a:ext cx="6942175" cy="951849"/>
            <a:chOff x="0" y="0"/>
            <a:chExt cx="1828392" cy="2506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392" cy="250693"/>
            </a:xfrm>
            <a:custGeom>
              <a:avLst/>
              <a:gdLst/>
              <a:ahLst/>
              <a:cxnLst/>
              <a:rect r="r" b="b" t="t" l="l"/>
              <a:pathLst>
                <a:path h="250693" w="1828392">
                  <a:moveTo>
                    <a:pt x="14498" y="0"/>
                  </a:moveTo>
                  <a:lnTo>
                    <a:pt x="1813894" y="0"/>
                  </a:lnTo>
                  <a:cubicBezTo>
                    <a:pt x="1821901" y="0"/>
                    <a:pt x="1828392" y="6491"/>
                    <a:pt x="1828392" y="14498"/>
                  </a:cubicBezTo>
                  <a:lnTo>
                    <a:pt x="1828392" y="236195"/>
                  </a:lnTo>
                  <a:cubicBezTo>
                    <a:pt x="1828392" y="244202"/>
                    <a:pt x="1821901" y="250693"/>
                    <a:pt x="1813894" y="250693"/>
                  </a:cubicBezTo>
                  <a:lnTo>
                    <a:pt x="14498" y="250693"/>
                  </a:lnTo>
                  <a:cubicBezTo>
                    <a:pt x="10653" y="250693"/>
                    <a:pt x="6965" y="249165"/>
                    <a:pt x="4246" y="246447"/>
                  </a:cubicBezTo>
                  <a:cubicBezTo>
                    <a:pt x="1527" y="243728"/>
                    <a:pt x="0" y="240040"/>
                    <a:pt x="0" y="236195"/>
                  </a:cubicBezTo>
                  <a:lnTo>
                    <a:pt x="0" y="14498"/>
                  </a:lnTo>
                  <a:cubicBezTo>
                    <a:pt x="0" y="6491"/>
                    <a:pt x="6491" y="0"/>
                    <a:pt x="14498" y="0"/>
                  </a:cubicBezTo>
                  <a:close/>
                </a:path>
              </a:pathLst>
            </a:custGeom>
            <a:ln w="38100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28392" cy="288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728113" y="6581450"/>
            <a:ext cx="6942175" cy="951849"/>
            <a:chOff x="0" y="0"/>
            <a:chExt cx="9256234" cy="12691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256234" cy="1269132"/>
              <a:chOff x="0" y="0"/>
              <a:chExt cx="1828392" cy="25069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828392" cy="250693"/>
              </a:xfrm>
              <a:custGeom>
                <a:avLst/>
                <a:gdLst/>
                <a:ahLst/>
                <a:cxnLst/>
                <a:rect r="r" b="b" t="t" l="l"/>
                <a:pathLst>
                  <a:path h="250693" w="1828392">
                    <a:moveTo>
                      <a:pt x="14498" y="0"/>
                    </a:moveTo>
                    <a:lnTo>
                      <a:pt x="1813894" y="0"/>
                    </a:lnTo>
                    <a:cubicBezTo>
                      <a:pt x="1821901" y="0"/>
                      <a:pt x="1828392" y="6491"/>
                      <a:pt x="1828392" y="14498"/>
                    </a:cubicBezTo>
                    <a:lnTo>
                      <a:pt x="1828392" y="236195"/>
                    </a:lnTo>
                    <a:cubicBezTo>
                      <a:pt x="1828392" y="244202"/>
                      <a:pt x="1821901" y="250693"/>
                      <a:pt x="1813894" y="250693"/>
                    </a:cubicBezTo>
                    <a:lnTo>
                      <a:pt x="14498" y="250693"/>
                    </a:lnTo>
                    <a:cubicBezTo>
                      <a:pt x="10653" y="250693"/>
                      <a:pt x="6965" y="249165"/>
                      <a:pt x="4246" y="246447"/>
                    </a:cubicBezTo>
                    <a:cubicBezTo>
                      <a:pt x="1527" y="243728"/>
                      <a:pt x="0" y="240040"/>
                      <a:pt x="0" y="236195"/>
                    </a:cubicBezTo>
                    <a:lnTo>
                      <a:pt x="0" y="14498"/>
                    </a:lnTo>
                    <a:cubicBezTo>
                      <a:pt x="0" y="6491"/>
                      <a:pt x="6491" y="0"/>
                      <a:pt x="14498" y="0"/>
                    </a:cubicBezTo>
                    <a:close/>
                  </a:path>
                </a:pathLst>
              </a:custGeom>
              <a:solidFill>
                <a:srgbClr val="16A4D8"/>
              </a:solidFill>
              <a:ln w="38100" cap="sq">
                <a:solidFill>
                  <a:srgbClr val="16A4D8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828392" cy="288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655587" y="256953"/>
              <a:ext cx="3945061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Restablecer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5953081" y="8192089"/>
            <a:ext cx="6492240" cy="0"/>
          </a:xfrm>
          <a:prstGeom prst="line">
            <a:avLst/>
          </a:prstGeom>
          <a:ln cap="flat" w="3810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8498220" y="8311527"/>
            <a:ext cx="140196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18A1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Regresar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08281" y="3417903"/>
            <a:ext cx="443955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Contraseña nueva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728113" y="4667575"/>
            <a:ext cx="6942175" cy="951849"/>
            <a:chOff x="0" y="0"/>
            <a:chExt cx="1828392" cy="25069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28392" cy="250693"/>
            </a:xfrm>
            <a:custGeom>
              <a:avLst/>
              <a:gdLst/>
              <a:ahLst/>
              <a:cxnLst/>
              <a:rect r="r" b="b" t="t" l="l"/>
              <a:pathLst>
                <a:path h="250693" w="1828392">
                  <a:moveTo>
                    <a:pt x="14498" y="0"/>
                  </a:moveTo>
                  <a:lnTo>
                    <a:pt x="1813894" y="0"/>
                  </a:lnTo>
                  <a:cubicBezTo>
                    <a:pt x="1821901" y="0"/>
                    <a:pt x="1828392" y="6491"/>
                    <a:pt x="1828392" y="14498"/>
                  </a:cubicBezTo>
                  <a:lnTo>
                    <a:pt x="1828392" y="236195"/>
                  </a:lnTo>
                  <a:cubicBezTo>
                    <a:pt x="1828392" y="244202"/>
                    <a:pt x="1821901" y="250693"/>
                    <a:pt x="1813894" y="250693"/>
                  </a:cubicBezTo>
                  <a:lnTo>
                    <a:pt x="14498" y="250693"/>
                  </a:lnTo>
                  <a:cubicBezTo>
                    <a:pt x="10653" y="250693"/>
                    <a:pt x="6965" y="249165"/>
                    <a:pt x="4246" y="246447"/>
                  </a:cubicBezTo>
                  <a:cubicBezTo>
                    <a:pt x="1527" y="243728"/>
                    <a:pt x="0" y="240040"/>
                    <a:pt x="0" y="236195"/>
                  </a:cubicBezTo>
                  <a:lnTo>
                    <a:pt x="0" y="14498"/>
                  </a:lnTo>
                  <a:cubicBezTo>
                    <a:pt x="0" y="6491"/>
                    <a:pt x="6491" y="0"/>
                    <a:pt x="14498" y="0"/>
                  </a:cubicBezTo>
                  <a:close/>
                </a:path>
              </a:pathLst>
            </a:custGeom>
            <a:ln w="38100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828392" cy="288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008281" y="4846003"/>
            <a:ext cx="443955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Confirmar Contraseña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93730" y="1560848"/>
            <a:ext cx="634150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Restablecer Contraseña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728113" y="3239476"/>
            <a:ext cx="6942175" cy="951849"/>
            <a:chOff x="0" y="0"/>
            <a:chExt cx="1828392" cy="2506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392" cy="250693"/>
            </a:xfrm>
            <a:custGeom>
              <a:avLst/>
              <a:gdLst/>
              <a:ahLst/>
              <a:cxnLst/>
              <a:rect r="r" b="b" t="t" l="l"/>
              <a:pathLst>
                <a:path h="250693" w="1828392">
                  <a:moveTo>
                    <a:pt x="14498" y="0"/>
                  </a:moveTo>
                  <a:lnTo>
                    <a:pt x="1813894" y="0"/>
                  </a:lnTo>
                  <a:cubicBezTo>
                    <a:pt x="1821901" y="0"/>
                    <a:pt x="1828392" y="6491"/>
                    <a:pt x="1828392" y="14498"/>
                  </a:cubicBezTo>
                  <a:lnTo>
                    <a:pt x="1828392" y="236195"/>
                  </a:lnTo>
                  <a:cubicBezTo>
                    <a:pt x="1828392" y="244202"/>
                    <a:pt x="1821901" y="250693"/>
                    <a:pt x="1813894" y="250693"/>
                  </a:cubicBezTo>
                  <a:lnTo>
                    <a:pt x="14498" y="250693"/>
                  </a:lnTo>
                  <a:cubicBezTo>
                    <a:pt x="10653" y="250693"/>
                    <a:pt x="6965" y="249165"/>
                    <a:pt x="4246" y="246447"/>
                  </a:cubicBezTo>
                  <a:cubicBezTo>
                    <a:pt x="1527" y="243728"/>
                    <a:pt x="0" y="240040"/>
                    <a:pt x="0" y="236195"/>
                  </a:cubicBezTo>
                  <a:lnTo>
                    <a:pt x="0" y="14498"/>
                  </a:lnTo>
                  <a:cubicBezTo>
                    <a:pt x="0" y="6491"/>
                    <a:pt x="6491" y="0"/>
                    <a:pt x="14498" y="0"/>
                  </a:cubicBezTo>
                  <a:close/>
                </a:path>
              </a:pathLst>
            </a:custGeom>
            <a:ln w="38100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28392" cy="288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728113" y="6581450"/>
            <a:ext cx="6942175" cy="951849"/>
            <a:chOff x="0" y="0"/>
            <a:chExt cx="9256234" cy="12691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256234" cy="1269132"/>
              <a:chOff x="0" y="0"/>
              <a:chExt cx="1828392" cy="25069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828392" cy="250693"/>
              </a:xfrm>
              <a:custGeom>
                <a:avLst/>
                <a:gdLst/>
                <a:ahLst/>
                <a:cxnLst/>
                <a:rect r="r" b="b" t="t" l="l"/>
                <a:pathLst>
                  <a:path h="250693" w="1828392">
                    <a:moveTo>
                      <a:pt x="14498" y="0"/>
                    </a:moveTo>
                    <a:lnTo>
                      <a:pt x="1813894" y="0"/>
                    </a:lnTo>
                    <a:cubicBezTo>
                      <a:pt x="1821901" y="0"/>
                      <a:pt x="1828392" y="6491"/>
                      <a:pt x="1828392" y="14498"/>
                    </a:cubicBezTo>
                    <a:lnTo>
                      <a:pt x="1828392" y="236195"/>
                    </a:lnTo>
                    <a:cubicBezTo>
                      <a:pt x="1828392" y="244202"/>
                      <a:pt x="1821901" y="250693"/>
                      <a:pt x="1813894" y="250693"/>
                    </a:cubicBezTo>
                    <a:lnTo>
                      <a:pt x="14498" y="250693"/>
                    </a:lnTo>
                    <a:cubicBezTo>
                      <a:pt x="10653" y="250693"/>
                      <a:pt x="6965" y="249165"/>
                      <a:pt x="4246" y="246447"/>
                    </a:cubicBezTo>
                    <a:cubicBezTo>
                      <a:pt x="1527" y="243728"/>
                      <a:pt x="0" y="240040"/>
                      <a:pt x="0" y="236195"/>
                    </a:cubicBezTo>
                    <a:lnTo>
                      <a:pt x="0" y="14498"/>
                    </a:lnTo>
                    <a:cubicBezTo>
                      <a:pt x="0" y="6491"/>
                      <a:pt x="6491" y="0"/>
                      <a:pt x="14498" y="0"/>
                    </a:cubicBezTo>
                    <a:close/>
                  </a:path>
                </a:pathLst>
              </a:custGeom>
              <a:solidFill>
                <a:srgbClr val="16A4D8"/>
              </a:solidFill>
              <a:ln w="38100" cap="sq">
                <a:solidFill>
                  <a:srgbClr val="16A4D8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828392" cy="288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655587" y="256953"/>
              <a:ext cx="3945061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Restablecer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5953081" y="8192089"/>
            <a:ext cx="6492240" cy="0"/>
          </a:xfrm>
          <a:prstGeom prst="line">
            <a:avLst/>
          </a:prstGeom>
          <a:ln cap="flat" w="3810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8498220" y="8311527"/>
            <a:ext cx="140196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18A1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Regresar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08281" y="3417903"/>
            <a:ext cx="443955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Contraseña nueva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728113" y="4667575"/>
            <a:ext cx="6942175" cy="951849"/>
            <a:chOff x="0" y="0"/>
            <a:chExt cx="1828392" cy="25069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28392" cy="250693"/>
            </a:xfrm>
            <a:custGeom>
              <a:avLst/>
              <a:gdLst/>
              <a:ahLst/>
              <a:cxnLst/>
              <a:rect r="r" b="b" t="t" l="l"/>
              <a:pathLst>
                <a:path h="250693" w="1828392">
                  <a:moveTo>
                    <a:pt x="14498" y="0"/>
                  </a:moveTo>
                  <a:lnTo>
                    <a:pt x="1813894" y="0"/>
                  </a:lnTo>
                  <a:cubicBezTo>
                    <a:pt x="1821901" y="0"/>
                    <a:pt x="1828392" y="6491"/>
                    <a:pt x="1828392" y="14498"/>
                  </a:cubicBezTo>
                  <a:lnTo>
                    <a:pt x="1828392" y="236195"/>
                  </a:lnTo>
                  <a:cubicBezTo>
                    <a:pt x="1828392" y="244202"/>
                    <a:pt x="1821901" y="250693"/>
                    <a:pt x="1813894" y="250693"/>
                  </a:cubicBezTo>
                  <a:lnTo>
                    <a:pt x="14498" y="250693"/>
                  </a:lnTo>
                  <a:cubicBezTo>
                    <a:pt x="10653" y="250693"/>
                    <a:pt x="6965" y="249165"/>
                    <a:pt x="4246" y="246447"/>
                  </a:cubicBezTo>
                  <a:cubicBezTo>
                    <a:pt x="1527" y="243728"/>
                    <a:pt x="0" y="240040"/>
                    <a:pt x="0" y="236195"/>
                  </a:cubicBezTo>
                  <a:lnTo>
                    <a:pt x="0" y="14498"/>
                  </a:lnTo>
                  <a:cubicBezTo>
                    <a:pt x="0" y="6491"/>
                    <a:pt x="6491" y="0"/>
                    <a:pt x="14498" y="0"/>
                  </a:cubicBezTo>
                  <a:close/>
                </a:path>
              </a:pathLst>
            </a:custGeom>
            <a:ln w="38100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828392" cy="288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008281" y="4846003"/>
            <a:ext cx="443955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Confirmar Contraseña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54162" y="5855962"/>
            <a:ext cx="7290078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u="sng">
                <a:solidFill>
                  <a:srgbClr val="ED1C2E"/>
                </a:solidFill>
                <a:latin typeface="Open Sans"/>
                <a:ea typeface="Open Sans"/>
                <a:cs typeface="Open Sans"/>
                <a:sym typeface="Open Sans"/>
              </a:rPr>
              <a:t>Las contraseñas no coinciden. Vuelve a intentarlo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28447" y="1538828"/>
            <a:ext cx="634150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Restablecer Contraseña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728113" y="3239476"/>
            <a:ext cx="6942175" cy="951849"/>
            <a:chOff x="0" y="0"/>
            <a:chExt cx="1828392" cy="2506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392" cy="250693"/>
            </a:xfrm>
            <a:custGeom>
              <a:avLst/>
              <a:gdLst/>
              <a:ahLst/>
              <a:cxnLst/>
              <a:rect r="r" b="b" t="t" l="l"/>
              <a:pathLst>
                <a:path h="250693" w="1828392">
                  <a:moveTo>
                    <a:pt x="14498" y="0"/>
                  </a:moveTo>
                  <a:lnTo>
                    <a:pt x="1813894" y="0"/>
                  </a:lnTo>
                  <a:cubicBezTo>
                    <a:pt x="1821901" y="0"/>
                    <a:pt x="1828392" y="6491"/>
                    <a:pt x="1828392" y="14498"/>
                  </a:cubicBezTo>
                  <a:lnTo>
                    <a:pt x="1828392" y="236195"/>
                  </a:lnTo>
                  <a:cubicBezTo>
                    <a:pt x="1828392" y="244202"/>
                    <a:pt x="1821901" y="250693"/>
                    <a:pt x="1813894" y="250693"/>
                  </a:cubicBezTo>
                  <a:lnTo>
                    <a:pt x="14498" y="250693"/>
                  </a:lnTo>
                  <a:cubicBezTo>
                    <a:pt x="10653" y="250693"/>
                    <a:pt x="6965" y="249165"/>
                    <a:pt x="4246" y="246447"/>
                  </a:cubicBezTo>
                  <a:cubicBezTo>
                    <a:pt x="1527" y="243728"/>
                    <a:pt x="0" y="240040"/>
                    <a:pt x="0" y="236195"/>
                  </a:cubicBezTo>
                  <a:lnTo>
                    <a:pt x="0" y="14498"/>
                  </a:lnTo>
                  <a:cubicBezTo>
                    <a:pt x="0" y="6491"/>
                    <a:pt x="6491" y="0"/>
                    <a:pt x="14498" y="0"/>
                  </a:cubicBezTo>
                  <a:close/>
                </a:path>
              </a:pathLst>
            </a:custGeom>
            <a:ln w="38100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28392" cy="288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728113" y="6581450"/>
            <a:ext cx="6942175" cy="951849"/>
            <a:chOff x="0" y="0"/>
            <a:chExt cx="9256234" cy="12691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256234" cy="1269132"/>
              <a:chOff x="0" y="0"/>
              <a:chExt cx="1828392" cy="25069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828392" cy="250693"/>
              </a:xfrm>
              <a:custGeom>
                <a:avLst/>
                <a:gdLst/>
                <a:ahLst/>
                <a:cxnLst/>
                <a:rect r="r" b="b" t="t" l="l"/>
                <a:pathLst>
                  <a:path h="250693" w="1828392">
                    <a:moveTo>
                      <a:pt x="14498" y="0"/>
                    </a:moveTo>
                    <a:lnTo>
                      <a:pt x="1813894" y="0"/>
                    </a:lnTo>
                    <a:cubicBezTo>
                      <a:pt x="1821901" y="0"/>
                      <a:pt x="1828392" y="6491"/>
                      <a:pt x="1828392" y="14498"/>
                    </a:cubicBezTo>
                    <a:lnTo>
                      <a:pt x="1828392" y="236195"/>
                    </a:lnTo>
                    <a:cubicBezTo>
                      <a:pt x="1828392" y="244202"/>
                      <a:pt x="1821901" y="250693"/>
                      <a:pt x="1813894" y="250693"/>
                    </a:cubicBezTo>
                    <a:lnTo>
                      <a:pt x="14498" y="250693"/>
                    </a:lnTo>
                    <a:cubicBezTo>
                      <a:pt x="10653" y="250693"/>
                      <a:pt x="6965" y="249165"/>
                      <a:pt x="4246" y="246447"/>
                    </a:cubicBezTo>
                    <a:cubicBezTo>
                      <a:pt x="1527" y="243728"/>
                      <a:pt x="0" y="240040"/>
                      <a:pt x="0" y="236195"/>
                    </a:cubicBezTo>
                    <a:lnTo>
                      <a:pt x="0" y="14498"/>
                    </a:lnTo>
                    <a:cubicBezTo>
                      <a:pt x="0" y="6491"/>
                      <a:pt x="6491" y="0"/>
                      <a:pt x="14498" y="0"/>
                    </a:cubicBezTo>
                    <a:close/>
                  </a:path>
                </a:pathLst>
              </a:custGeom>
              <a:solidFill>
                <a:srgbClr val="16A4D8"/>
              </a:solidFill>
              <a:ln w="38100" cap="sq">
                <a:solidFill>
                  <a:srgbClr val="16A4D8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828392" cy="288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655587" y="256953"/>
              <a:ext cx="3945061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Restablecer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5953081" y="8192089"/>
            <a:ext cx="6492240" cy="0"/>
          </a:xfrm>
          <a:prstGeom prst="line">
            <a:avLst/>
          </a:prstGeom>
          <a:ln cap="flat" w="3810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8498220" y="8311527"/>
            <a:ext cx="140196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18A1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Regresar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08281" y="3417903"/>
            <a:ext cx="443955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Contraseña nueva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728113" y="4667575"/>
            <a:ext cx="6942175" cy="951849"/>
            <a:chOff x="0" y="0"/>
            <a:chExt cx="1828392" cy="25069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28392" cy="250693"/>
            </a:xfrm>
            <a:custGeom>
              <a:avLst/>
              <a:gdLst/>
              <a:ahLst/>
              <a:cxnLst/>
              <a:rect r="r" b="b" t="t" l="l"/>
              <a:pathLst>
                <a:path h="250693" w="1828392">
                  <a:moveTo>
                    <a:pt x="14498" y="0"/>
                  </a:moveTo>
                  <a:lnTo>
                    <a:pt x="1813894" y="0"/>
                  </a:lnTo>
                  <a:cubicBezTo>
                    <a:pt x="1821901" y="0"/>
                    <a:pt x="1828392" y="6491"/>
                    <a:pt x="1828392" y="14498"/>
                  </a:cubicBezTo>
                  <a:lnTo>
                    <a:pt x="1828392" y="236195"/>
                  </a:lnTo>
                  <a:cubicBezTo>
                    <a:pt x="1828392" y="244202"/>
                    <a:pt x="1821901" y="250693"/>
                    <a:pt x="1813894" y="250693"/>
                  </a:cubicBezTo>
                  <a:lnTo>
                    <a:pt x="14498" y="250693"/>
                  </a:lnTo>
                  <a:cubicBezTo>
                    <a:pt x="10653" y="250693"/>
                    <a:pt x="6965" y="249165"/>
                    <a:pt x="4246" y="246447"/>
                  </a:cubicBezTo>
                  <a:cubicBezTo>
                    <a:pt x="1527" y="243728"/>
                    <a:pt x="0" y="240040"/>
                    <a:pt x="0" y="236195"/>
                  </a:cubicBezTo>
                  <a:lnTo>
                    <a:pt x="0" y="14498"/>
                  </a:lnTo>
                  <a:cubicBezTo>
                    <a:pt x="0" y="6491"/>
                    <a:pt x="6491" y="0"/>
                    <a:pt x="14498" y="0"/>
                  </a:cubicBezTo>
                  <a:close/>
                </a:path>
              </a:pathLst>
            </a:custGeom>
            <a:ln w="38100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828392" cy="288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008281" y="4846003"/>
            <a:ext cx="443955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Confirmar Contraseña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728113" y="2727548"/>
            <a:ext cx="7123493" cy="6015779"/>
            <a:chOff x="0" y="0"/>
            <a:chExt cx="1876146" cy="15844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76146" cy="1584403"/>
            </a:xfrm>
            <a:custGeom>
              <a:avLst/>
              <a:gdLst/>
              <a:ahLst/>
              <a:cxnLst/>
              <a:rect r="r" b="b" t="t" l="l"/>
              <a:pathLst>
                <a:path h="1584403" w="1876146">
                  <a:moveTo>
                    <a:pt x="0" y="0"/>
                  </a:moveTo>
                  <a:lnTo>
                    <a:pt x="1876146" y="0"/>
                  </a:lnTo>
                  <a:lnTo>
                    <a:pt x="1876146" y="1584403"/>
                  </a:lnTo>
                  <a:lnTo>
                    <a:pt x="0" y="158440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876146" cy="1622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8180835" y="5027267"/>
            <a:ext cx="2036732" cy="2036732"/>
          </a:xfrm>
          <a:custGeom>
            <a:avLst/>
            <a:gdLst/>
            <a:ahLst/>
            <a:cxnLst/>
            <a:rect r="r" b="b" t="t" l="l"/>
            <a:pathLst>
              <a:path h="2036732" w="2036732">
                <a:moveTo>
                  <a:pt x="0" y="0"/>
                </a:moveTo>
                <a:lnTo>
                  <a:pt x="2036732" y="0"/>
                </a:lnTo>
                <a:lnTo>
                  <a:pt x="2036732" y="2036732"/>
                </a:lnTo>
                <a:lnTo>
                  <a:pt x="0" y="2036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7491405" y="7552323"/>
            <a:ext cx="3415591" cy="833992"/>
            <a:chOff x="0" y="0"/>
            <a:chExt cx="899579" cy="219652"/>
          </a:xfrm>
        </p:grpSpPr>
        <p:sp>
          <p:nvSpPr>
            <p:cNvPr name="Freeform 29" id="29">
              <a:hlinkClick r:id="rId9" action="ppaction://hlinksldjump"/>
            </p:cNvPr>
            <p:cNvSpPr/>
            <p:nvPr/>
          </p:nvSpPr>
          <p:spPr>
            <a:xfrm flipH="false" flipV="false" rot="0">
              <a:off x="0" y="0"/>
              <a:ext cx="899579" cy="219652"/>
            </a:xfrm>
            <a:custGeom>
              <a:avLst/>
              <a:gdLst/>
              <a:ahLst/>
              <a:cxnLst/>
              <a:rect r="r" b="b" t="t" l="l"/>
              <a:pathLst>
                <a:path h="219652" w="899579">
                  <a:moveTo>
                    <a:pt x="29466" y="0"/>
                  </a:moveTo>
                  <a:lnTo>
                    <a:pt x="870113" y="0"/>
                  </a:lnTo>
                  <a:cubicBezTo>
                    <a:pt x="886387" y="0"/>
                    <a:pt x="899579" y="13193"/>
                    <a:pt x="899579" y="29466"/>
                  </a:cubicBezTo>
                  <a:lnTo>
                    <a:pt x="899579" y="190186"/>
                  </a:lnTo>
                  <a:cubicBezTo>
                    <a:pt x="899579" y="206460"/>
                    <a:pt x="886387" y="219652"/>
                    <a:pt x="870113" y="219652"/>
                  </a:cubicBezTo>
                  <a:lnTo>
                    <a:pt x="29466" y="219652"/>
                  </a:lnTo>
                  <a:cubicBezTo>
                    <a:pt x="13193" y="219652"/>
                    <a:pt x="0" y="206460"/>
                    <a:pt x="0" y="190186"/>
                  </a:cubicBezTo>
                  <a:lnTo>
                    <a:pt x="0" y="29466"/>
                  </a:lnTo>
                  <a:cubicBezTo>
                    <a:pt x="0" y="13193"/>
                    <a:pt x="13193" y="0"/>
                    <a:pt x="29466" y="0"/>
                  </a:cubicBezTo>
                  <a:close/>
                </a:path>
              </a:pathLst>
            </a:custGeom>
            <a:solidFill>
              <a:srgbClr val="18A1D5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99579" cy="257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382831" y="3332178"/>
            <a:ext cx="5632740" cy="1376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5"/>
              </a:lnSpc>
            </a:pPr>
            <a:r>
              <a:rPr lang="en-US" sz="396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Contraseña restablecida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816896" y="7671821"/>
            <a:ext cx="276460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1F2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Iniciar Sesion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058875" y="169033"/>
            <a:ext cx="631336" cy="605690"/>
          </a:xfrm>
          <a:custGeom>
            <a:avLst/>
            <a:gdLst/>
            <a:ahLst/>
            <a:cxnLst/>
            <a:rect r="r" b="b" t="t" l="l"/>
            <a:pathLst>
              <a:path h="605690" w="631336">
                <a:moveTo>
                  <a:pt x="0" y="0"/>
                </a:moveTo>
                <a:lnTo>
                  <a:pt x="631336" y="0"/>
                </a:lnTo>
                <a:lnTo>
                  <a:pt x="631336" y="605691"/>
                </a:lnTo>
                <a:lnTo>
                  <a:pt x="0" y="6056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7259300" y="142848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1322261" y="1289873"/>
            <a:ext cx="15633953" cy="734575"/>
            <a:chOff x="0" y="0"/>
            <a:chExt cx="20845270" cy="97943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845270" cy="979433"/>
              <a:chOff x="0" y="0"/>
              <a:chExt cx="4117584" cy="19346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117584" cy="193468"/>
              </a:xfrm>
              <a:custGeom>
                <a:avLst/>
                <a:gdLst/>
                <a:ahLst/>
                <a:cxnLst/>
                <a:rect r="r" b="b" t="t" l="l"/>
                <a:pathLst>
                  <a:path h="193468" w="4117584">
                    <a:moveTo>
                      <a:pt x="7923" y="0"/>
                    </a:moveTo>
                    <a:lnTo>
                      <a:pt x="4109661" y="0"/>
                    </a:lnTo>
                    <a:cubicBezTo>
                      <a:pt x="4114037" y="0"/>
                      <a:pt x="4117584" y="3547"/>
                      <a:pt x="4117584" y="7923"/>
                    </a:cubicBezTo>
                    <a:lnTo>
                      <a:pt x="4117584" y="185545"/>
                    </a:lnTo>
                    <a:cubicBezTo>
                      <a:pt x="4117584" y="189921"/>
                      <a:pt x="4114037" y="193468"/>
                      <a:pt x="4109661" y="193468"/>
                    </a:cubicBezTo>
                    <a:lnTo>
                      <a:pt x="7923" y="193468"/>
                    </a:lnTo>
                    <a:cubicBezTo>
                      <a:pt x="3547" y="193468"/>
                      <a:pt x="0" y="189921"/>
                      <a:pt x="0" y="185545"/>
                    </a:cubicBezTo>
                    <a:lnTo>
                      <a:pt x="0" y="7923"/>
                    </a:lnTo>
                    <a:cubicBezTo>
                      <a:pt x="0" y="3547"/>
                      <a:pt x="3547" y="0"/>
                      <a:pt x="7923" y="0"/>
                    </a:cubicBezTo>
                    <a:close/>
                  </a:path>
                </a:pathLst>
              </a:custGeom>
              <a:ln w="28575" cap="sq">
                <a:solidFill>
                  <a:srgbClr val="CCD2D8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4117584" cy="2315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533046" y="97906"/>
              <a:ext cx="560938" cy="676570"/>
            </a:xfrm>
            <a:custGeom>
              <a:avLst/>
              <a:gdLst/>
              <a:ahLst/>
              <a:cxnLst/>
              <a:rect r="r" b="b" t="t" l="l"/>
              <a:pathLst>
                <a:path h="676570" w="560938">
                  <a:moveTo>
                    <a:pt x="0" y="0"/>
                  </a:moveTo>
                  <a:lnTo>
                    <a:pt x="560937" y="0"/>
                  </a:lnTo>
                  <a:lnTo>
                    <a:pt x="560937" y="676570"/>
                  </a:lnTo>
                  <a:lnTo>
                    <a:pt x="0" y="676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323020" y="129739"/>
              <a:ext cx="4149249" cy="6447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CCD2D8"/>
                  </a:solidFill>
                  <a:latin typeface="Open Sans"/>
                  <a:ea typeface="Open Sans"/>
                  <a:cs typeface="Open Sans"/>
                  <a:sym typeface="Open Sans"/>
                </a:rPr>
                <a:t>Buscar Productos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139238" y="4274503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805379" y="3069021"/>
            <a:ext cx="4966888" cy="5889518"/>
            <a:chOff x="0" y="0"/>
            <a:chExt cx="1308151" cy="15511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08151" cy="1551149"/>
            </a:xfrm>
            <a:custGeom>
              <a:avLst/>
              <a:gdLst/>
              <a:ahLst/>
              <a:cxnLst/>
              <a:rect r="r" b="b" t="t" l="l"/>
              <a:pathLst>
                <a:path h="1551149" w="1308151">
                  <a:moveTo>
                    <a:pt x="29615" y="0"/>
                  </a:moveTo>
                  <a:lnTo>
                    <a:pt x="1278536" y="0"/>
                  </a:lnTo>
                  <a:cubicBezTo>
                    <a:pt x="1286391" y="0"/>
                    <a:pt x="1293923" y="3120"/>
                    <a:pt x="1299477" y="8674"/>
                  </a:cubicBezTo>
                  <a:cubicBezTo>
                    <a:pt x="1305031" y="14228"/>
                    <a:pt x="1308151" y="21761"/>
                    <a:pt x="1308151" y="29615"/>
                  </a:cubicBezTo>
                  <a:lnTo>
                    <a:pt x="1308151" y="1521533"/>
                  </a:lnTo>
                  <a:cubicBezTo>
                    <a:pt x="1308151" y="1537889"/>
                    <a:pt x="1294892" y="1551149"/>
                    <a:pt x="1278536" y="1551149"/>
                  </a:cubicBezTo>
                  <a:lnTo>
                    <a:pt x="29615" y="1551149"/>
                  </a:lnTo>
                  <a:cubicBezTo>
                    <a:pt x="21761" y="1551149"/>
                    <a:pt x="14228" y="1548029"/>
                    <a:pt x="8674" y="1542475"/>
                  </a:cubicBezTo>
                  <a:cubicBezTo>
                    <a:pt x="3120" y="1536921"/>
                    <a:pt x="0" y="1529388"/>
                    <a:pt x="0" y="1521533"/>
                  </a:cubicBezTo>
                  <a:lnTo>
                    <a:pt x="0" y="29615"/>
                  </a:lnTo>
                  <a:cubicBezTo>
                    <a:pt x="0" y="13259"/>
                    <a:pt x="13259" y="0"/>
                    <a:pt x="29615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1308151" cy="1522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243845" y="3657467"/>
            <a:ext cx="2034040" cy="2139048"/>
          </a:xfrm>
          <a:custGeom>
            <a:avLst/>
            <a:gdLst/>
            <a:ahLst/>
            <a:cxnLst/>
            <a:rect r="r" b="b" t="t" l="l"/>
            <a:pathLst>
              <a:path h="2139048" w="2034040">
                <a:moveTo>
                  <a:pt x="0" y="0"/>
                </a:moveTo>
                <a:lnTo>
                  <a:pt x="2034040" y="0"/>
                </a:lnTo>
                <a:lnTo>
                  <a:pt x="2034040" y="2139049"/>
                </a:lnTo>
                <a:lnTo>
                  <a:pt x="0" y="213904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927936" y="7759737"/>
            <a:ext cx="2665858" cy="753826"/>
            <a:chOff x="0" y="0"/>
            <a:chExt cx="3554478" cy="1005101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3554478" cy="1005101"/>
              <a:chOff x="0" y="0"/>
              <a:chExt cx="702119" cy="19853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702119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702119">
                    <a:moveTo>
                      <a:pt x="37753" y="0"/>
                    </a:moveTo>
                    <a:lnTo>
                      <a:pt x="664366" y="0"/>
                    </a:lnTo>
                    <a:cubicBezTo>
                      <a:pt x="674379" y="0"/>
                      <a:pt x="683981" y="3978"/>
                      <a:pt x="691061" y="11058"/>
                    </a:cubicBezTo>
                    <a:cubicBezTo>
                      <a:pt x="698141" y="18138"/>
                      <a:pt x="702119" y="27741"/>
                      <a:pt x="702119" y="37753"/>
                    </a:cubicBezTo>
                    <a:lnTo>
                      <a:pt x="702119" y="160785"/>
                    </a:lnTo>
                    <a:cubicBezTo>
                      <a:pt x="702119" y="170798"/>
                      <a:pt x="698141" y="180401"/>
                      <a:pt x="691061" y="187481"/>
                    </a:cubicBezTo>
                    <a:cubicBezTo>
                      <a:pt x="683981" y="194561"/>
                      <a:pt x="674379" y="198538"/>
                      <a:pt x="664366" y="198538"/>
                    </a:cubicBezTo>
                    <a:lnTo>
                      <a:pt x="37753" y="198538"/>
                    </a:lnTo>
                    <a:cubicBezTo>
                      <a:pt x="27741" y="198538"/>
                      <a:pt x="18138" y="194561"/>
                      <a:pt x="11058" y="187481"/>
                    </a:cubicBezTo>
                    <a:cubicBezTo>
                      <a:pt x="3978" y="180401"/>
                      <a:pt x="0" y="170798"/>
                      <a:pt x="0" y="160785"/>
                    </a:cubicBezTo>
                    <a:lnTo>
                      <a:pt x="0" y="37753"/>
                    </a:lnTo>
                    <a:cubicBezTo>
                      <a:pt x="0" y="27741"/>
                      <a:pt x="3978" y="18138"/>
                      <a:pt x="11058" y="11058"/>
                    </a:cubicBezTo>
                    <a:cubicBezTo>
                      <a:pt x="18138" y="3978"/>
                      <a:pt x="27741" y="0"/>
                      <a:pt x="37753" y="0"/>
                    </a:cubicBezTo>
                    <a:close/>
                  </a:path>
                </a:pathLst>
              </a:custGeom>
              <a:solidFill>
                <a:srgbClr val="18A1D5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702119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786852" y="124937"/>
              <a:ext cx="198077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b="true" sz="3200">
                  <a:solidFill>
                    <a:srgbClr val="F1F2EB"/>
                  </a:solidFill>
                  <a:latin typeface="Open Sans Bold"/>
                  <a:ea typeface="Open Sans Bold"/>
                  <a:cs typeface="Open Sans Bold"/>
                  <a:sym typeface="Open Sans Bold"/>
                  <a:hlinkClick r:id="rId15" action="ppaction://hlinksldjump"/>
                </a:rPr>
                <a:t>Ver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655794" y="3069021"/>
            <a:ext cx="4966888" cy="5889518"/>
            <a:chOff x="0" y="0"/>
            <a:chExt cx="1308151" cy="155114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08151" cy="1551149"/>
            </a:xfrm>
            <a:custGeom>
              <a:avLst/>
              <a:gdLst/>
              <a:ahLst/>
              <a:cxnLst/>
              <a:rect r="r" b="b" t="t" l="l"/>
              <a:pathLst>
                <a:path h="1551149" w="1308151">
                  <a:moveTo>
                    <a:pt x="29615" y="0"/>
                  </a:moveTo>
                  <a:lnTo>
                    <a:pt x="1278536" y="0"/>
                  </a:lnTo>
                  <a:cubicBezTo>
                    <a:pt x="1286391" y="0"/>
                    <a:pt x="1293923" y="3120"/>
                    <a:pt x="1299477" y="8674"/>
                  </a:cubicBezTo>
                  <a:cubicBezTo>
                    <a:pt x="1305031" y="14228"/>
                    <a:pt x="1308151" y="21761"/>
                    <a:pt x="1308151" y="29615"/>
                  </a:cubicBezTo>
                  <a:lnTo>
                    <a:pt x="1308151" y="1521533"/>
                  </a:lnTo>
                  <a:cubicBezTo>
                    <a:pt x="1308151" y="1537889"/>
                    <a:pt x="1294892" y="1551149"/>
                    <a:pt x="1278536" y="1551149"/>
                  </a:cubicBezTo>
                  <a:lnTo>
                    <a:pt x="29615" y="1551149"/>
                  </a:lnTo>
                  <a:cubicBezTo>
                    <a:pt x="21761" y="1551149"/>
                    <a:pt x="14228" y="1548029"/>
                    <a:pt x="8674" y="1542475"/>
                  </a:cubicBezTo>
                  <a:cubicBezTo>
                    <a:pt x="3120" y="1536921"/>
                    <a:pt x="0" y="1529388"/>
                    <a:pt x="0" y="1521533"/>
                  </a:cubicBezTo>
                  <a:lnTo>
                    <a:pt x="0" y="29615"/>
                  </a:lnTo>
                  <a:cubicBezTo>
                    <a:pt x="0" y="13259"/>
                    <a:pt x="13259" y="0"/>
                    <a:pt x="29615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1308151" cy="1522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508506" y="3069021"/>
            <a:ext cx="4966888" cy="5889518"/>
            <a:chOff x="0" y="0"/>
            <a:chExt cx="1308151" cy="155114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08151" cy="1551149"/>
            </a:xfrm>
            <a:custGeom>
              <a:avLst/>
              <a:gdLst/>
              <a:ahLst/>
              <a:cxnLst/>
              <a:rect r="r" b="b" t="t" l="l"/>
              <a:pathLst>
                <a:path h="1551149" w="1308151">
                  <a:moveTo>
                    <a:pt x="29615" y="0"/>
                  </a:moveTo>
                  <a:lnTo>
                    <a:pt x="1278536" y="0"/>
                  </a:lnTo>
                  <a:cubicBezTo>
                    <a:pt x="1286391" y="0"/>
                    <a:pt x="1293923" y="3120"/>
                    <a:pt x="1299477" y="8674"/>
                  </a:cubicBezTo>
                  <a:cubicBezTo>
                    <a:pt x="1305031" y="14228"/>
                    <a:pt x="1308151" y="21761"/>
                    <a:pt x="1308151" y="29615"/>
                  </a:cubicBezTo>
                  <a:lnTo>
                    <a:pt x="1308151" y="1521533"/>
                  </a:lnTo>
                  <a:cubicBezTo>
                    <a:pt x="1308151" y="1537889"/>
                    <a:pt x="1294892" y="1551149"/>
                    <a:pt x="1278536" y="1551149"/>
                  </a:cubicBezTo>
                  <a:lnTo>
                    <a:pt x="29615" y="1551149"/>
                  </a:lnTo>
                  <a:cubicBezTo>
                    <a:pt x="21761" y="1551149"/>
                    <a:pt x="14228" y="1548029"/>
                    <a:pt x="8674" y="1542475"/>
                  </a:cubicBezTo>
                  <a:cubicBezTo>
                    <a:pt x="3120" y="1536921"/>
                    <a:pt x="0" y="1529388"/>
                    <a:pt x="0" y="1521533"/>
                  </a:cubicBezTo>
                  <a:lnTo>
                    <a:pt x="0" y="29615"/>
                  </a:lnTo>
                  <a:cubicBezTo>
                    <a:pt x="0" y="13259"/>
                    <a:pt x="13259" y="0"/>
                    <a:pt x="29615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28575"/>
              <a:ext cx="1308151" cy="1522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8389257" y="3341445"/>
            <a:ext cx="1519012" cy="2672336"/>
          </a:xfrm>
          <a:custGeom>
            <a:avLst/>
            <a:gdLst/>
            <a:ahLst/>
            <a:cxnLst/>
            <a:rect r="r" b="b" t="t" l="l"/>
            <a:pathLst>
              <a:path h="2672336" w="1519012">
                <a:moveTo>
                  <a:pt x="0" y="0"/>
                </a:moveTo>
                <a:lnTo>
                  <a:pt x="1519011" y="0"/>
                </a:lnTo>
                <a:lnTo>
                  <a:pt x="1519011" y="2672335"/>
                </a:lnTo>
                <a:lnTo>
                  <a:pt x="0" y="267233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7807079" y="7759737"/>
            <a:ext cx="2665858" cy="753826"/>
            <a:chOff x="0" y="0"/>
            <a:chExt cx="3554478" cy="1005101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3554478" cy="1005101"/>
              <a:chOff x="0" y="0"/>
              <a:chExt cx="702119" cy="198538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702119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702119">
                    <a:moveTo>
                      <a:pt x="37753" y="0"/>
                    </a:moveTo>
                    <a:lnTo>
                      <a:pt x="664366" y="0"/>
                    </a:lnTo>
                    <a:cubicBezTo>
                      <a:pt x="674379" y="0"/>
                      <a:pt x="683981" y="3978"/>
                      <a:pt x="691061" y="11058"/>
                    </a:cubicBezTo>
                    <a:cubicBezTo>
                      <a:pt x="698141" y="18138"/>
                      <a:pt x="702119" y="27741"/>
                      <a:pt x="702119" y="37753"/>
                    </a:cubicBezTo>
                    <a:lnTo>
                      <a:pt x="702119" y="160785"/>
                    </a:lnTo>
                    <a:cubicBezTo>
                      <a:pt x="702119" y="170798"/>
                      <a:pt x="698141" y="180401"/>
                      <a:pt x="691061" y="187481"/>
                    </a:cubicBezTo>
                    <a:cubicBezTo>
                      <a:pt x="683981" y="194561"/>
                      <a:pt x="674379" y="198538"/>
                      <a:pt x="664366" y="198538"/>
                    </a:cubicBezTo>
                    <a:lnTo>
                      <a:pt x="37753" y="198538"/>
                    </a:lnTo>
                    <a:cubicBezTo>
                      <a:pt x="27741" y="198538"/>
                      <a:pt x="18138" y="194561"/>
                      <a:pt x="11058" y="187481"/>
                    </a:cubicBezTo>
                    <a:cubicBezTo>
                      <a:pt x="3978" y="180401"/>
                      <a:pt x="0" y="170798"/>
                      <a:pt x="0" y="160785"/>
                    </a:cubicBezTo>
                    <a:lnTo>
                      <a:pt x="0" y="37753"/>
                    </a:lnTo>
                    <a:cubicBezTo>
                      <a:pt x="0" y="27741"/>
                      <a:pt x="3978" y="18138"/>
                      <a:pt x="11058" y="11058"/>
                    </a:cubicBezTo>
                    <a:cubicBezTo>
                      <a:pt x="18138" y="3978"/>
                      <a:pt x="27741" y="0"/>
                      <a:pt x="37753" y="0"/>
                    </a:cubicBezTo>
                    <a:close/>
                  </a:path>
                </a:pathLst>
              </a:custGeom>
              <a:solidFill>
                <a:srgbClr val="18A1D5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702119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786852" y="124937"/>
              <a:ext cx="198077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F1F2E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683967" y="7759737"/>
            <a:ext cx="2665858" cy="753826"/>
            <a:chOff x="0" y="0"/>
            <a:chExt cx="3554478" cy="1005101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3554478" cy="1005101"/>
              <a:chOff x="0" y="0"/>
              <a:chExt cx="702119" cy="198538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702119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702119">
                    <a:moveTo>
                      <a:pt x="37753" y="0"/>
                    </a:moveTo>
                    <a:lnTo>
                      <a:pt x="664366" y="0"/>
                    </a:lnTo>
                    <a:cubicBezTo>
                      <a:pt x="674379" y="0"/>
                      <a:pt x="683981" y="3978"/>
                      <a:pt x="691061" y="11058"/>
                    </a:cubicBezTo>
                    <a:cubicBezTo>
                      <a:pt x="698141" y="18138"/>
                      <a:pt x="702119" y="27741"/>
                      <a:pt x="702119" y="37753"/>
                    </a:cubicBezTo>
                    <a:lnTo>
                      <a:pt x="702119" y="160785"/>
                    </a:lnTo>
                    <a:cubicBezTo>
                      <a:pt x="702119" y="170798"/>
                      <a:pt x="698141" y="180401"/>
                      <a:pt x="691061" y="187481"/>
                    </a:cubicBezTo>
                    <a:cubicBezTo>
                      <a:pt x="683981" y="194561"/>
                      <a:pt x="674379" y="198538"/>
                      <a:pt x="664366" y="198538"/>
                    </a:cubicBezTo>
                    <a:lnTo>
                      <a:pt x="37753" y="198538"/>
                    </a:lnTo>
                    <a:cubicBezTo>
                      <a:pt x="27741" y="198538"/>
                      <a:pt x="18138" y="194561"/>
                      <a:pt x="11058" y="187481"/>
                    </a:cubicBezTo>
                    <a:cubicBezTo>
                      <a:pt x="3978" y="180401"/>
                      <a:pt x="0" y="170798"/>
                      <a:pt x="0" y="160785"/>
                    </a:cubicBezTo>
                    <a:lnTo>
                      <a:pt x="0" y="37753"/>
                    </a:lnTo>
                    <a:cubicBezTo>
                      <a:pt x="0" y="27741"/>
                      <a:pt x="3978" y="18138"/>
                      <a:pt x="11058" y="11058"/>
                    </a:cubicBezTo>
                    <a:cubicBezTo>
                      <a:pt x="18138" y="3978"/>
                      <a:pt x="27741" y="0"/>
                      <a:pt x="37753" y="0"/>
                    </a:cubicBezTo>
                    <a:close/>
                  </a:path>
                </a:pathLst>
              </a:custGeom>
              <a:solidFill>
                <a:srgbClr val="18A1D5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702119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786852" y="124937"/>
              <a:ext cx="198077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F1F2E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</a:t>
              </a: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14614962" y="3746538"/>
            <a:ext cx="1394695" cy="1960907"/>
          </a:xfrm>
          <a:custGeom>
            <a:avLst/>
            <a:gdLst/>
            <a:ahLst/>
            <a:cxnLst/>
            <a:rect r="r" b="b" t="t" l="l"/>
            <a:pathLst>
              <a:path h="1960907" w="1394695">
                <a:moveTo>
                  <a:pt x="0" y="0"/>
                </a:moveTo>
                <a:lnTo>
                  <a:pt x="1394695" y="0"/>
                </a:lnTo>
                <a:lnTo>
                  <a:pt x="1394695" y="1960907"/>
                </a:lnTo>
                <a:lnTo>
                  <a:pt x="0" y="196090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05379" y="2214947"/>
            <a:ext cx="4910971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</a:t>
            </a:r>
            <a:r>
              <a:rPr lang="en-US" b="true" sz="3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roductos Destacados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8700" y="6375599"/>
            <a:ext cx="193738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</a:t>
            </a: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aptop Pro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8700" y="6849147"/>
            <a:ext cx="195655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echStore MX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277885" y="6849147"/>
            <a:ext cx="121360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⭐ 4.5/5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476720" y="6375599"/>
            <a:ext cx="101477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$1299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907843" y="6375599"/>
            <a:ext cx="252757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</a:t>
            </a: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artphone X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907843" y="6849147"/>
            <a:ext cx="164353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obile Plus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157028" y="6849147"/>
            <a:ext cx="121360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⭐ 4.8/5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457304" y="6375599"/>
            <a:ext cx="81188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$899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761455" y="6375599"/>
            <a:ext cx="257413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Auricul</a:t>
            </a: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ares BT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725617" y="6849147"/>
            <a:ext cx="176176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Audi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World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6033916" y="6849147"/>
            <a:ext cx="121360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⭐ 4.3/5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6334192" y="6375599"/>
            <a:ext cx="81188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$199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58875" y="169033"/>
            <a:ext cx="631336" cy="605690"/>
          </a:xfrm>
          <a:custGeom>
            <a:avLst/>
            <a:gdLst/>
            <a:ahLst/>
            <a:cxnLst/>
            <a:rect r="r" b="b" t="t" l="l"/>
            <a:pathLst>
              <a:path h="605690" w="631336">
                <a:moveTo>
                  <a:pt x="0" y="0"/>
                </a:moveTo>
                <a:lnTo>
                  <a:pt x="631336" y="0"/>
                </a:lnTo>
                <a:lnTo>
                  <a:pt x="631336" y="605691"/>
                </a:lnTo>
                <a:lnTo>
                  <a:pt x="0" y="6056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142848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0" y="1028700"/>
            <a:ext cx="18288000" cy="1731837"/>
            <a:chOff x="0" y="0"/>
            <a:chExt cx="4816593" cy="4561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456122"/>
            </a:xfrm>
            <a:custGeom>
              <a:avLst/>
              <a:gdLst/>
              <a:ahLst/>
              <a:cxnLst/>
              <a:rect r="r" b="b" t="t" l="l"/>
              <a:pathLst>
                <a:path h="45612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6122"/>
                  </a:lnTo>
                  <a:lnTo>
                    <a:pt x="0" y="456122"/>
                  </a:lnTo>
                  <a:close/>
                </a:path>
              </a:pathLst>
            </a:custGeom>
            <a:solidFill>
              <a:srgbClr val="FFFFFF">
                <a:alpha val="4706"/>
              </a:srgbClr>
            </a:solidFill>
            <a:ln w="38100" cap="sq">
              <a:solidFill>
                <a:srgbClr val="000000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816593" cy="513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39238" y="4274503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805379" y="3069021"/>
            <a:ext cx="4966888" cy="5889518"/>
            <a:chOff x="0" y="0"/>
            <a:chExt cx="1308151" cy="15511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8151" cy="1551149"/>
            </a:xfrm>
            <a:custGeom>
              <a:avLst/>
              <a:gdLst/>
              <a:ahLst/>
              <a:cxnLst/>
              <a:rect r="r" b="b" t="t" l="l"/>
              <a:pathLst>
                <a:path h="1551149" w="1308151">
                  <a:moveTo>
                    <a:pt x="29615" y="0"/>
                  </a:moveTo>
                  <a:lnTo>
                    <a:pt x="1278536" y="0"/>
                  </a:lnTo>
                  <a:cubicBezTo>
                    <a:pt x="1286391" y="0"/>
                    <a:pt x="1293923" y="3120"/>
                    <a:pt x="1299477" y="8674"/>
                  </a:cubicBezTo>
                  <a:cubicBezTo>
                    <a:pt x="1305031" y="14228"/>
                    <a:pt x="1308151" y="21761"/>
                    <a:pt x="1308151" y="29615"/>
                  </a:cubicBezTo>
                  <a:lnTo>
                    <a:pt x="1308151" y="1521533"/>
                  </a:lnTo>
                  <a:cubicBezTo>
                    <a:pt x="1308151" y="1537889"/>
                    <a:pt x="1294892" y="1551149"/>
                    <a:pt x="1278536" y="1551149"/>
                  </a:cubicBezTo>
                  <a:lnTo>
                    <a:pt x="29615" y="1551149"/>
                  </a:lnTo>
                  <a:cubicBezTo>
                    <a:pt x="21761" y="1551149"/>
                    <a:pt x="14228" y="1548029"/>
                    <a:pt x="8674" y="1542475"/>
                  </a:cubicBezTo>
                  <a:cubicBezTo>
                    <a:pt x="3120" y="1536921"/>
                    <a:pt x="0" y="1529388"/>
                    <a:pt x="0" y="1521533"/>
                  </a:cubicBezTo>
                  <a:lnTo>
                    <a:pt x="0" y="29615"/>
                  </a:lnTo>
                  <a:cubicBezTo>
                    <a:pt x="0" y="13259"/>
                    <a:pt x="13259" y="0"/>
                    <a:pt x="29615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1308151" cy="1522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243845" y="3657467"/>
            <a:ext cx="2034040" cy="2139048"/>
          </a:xfrm>
          <a:custGeom>
            <a:avLst/>
            <a:gdLst/>
            <a:ahLst/>
            <a:cxnLst/>
            <a:rect r="r" b="b" t="t" l="l"/>
            <a:pathLst>
              <a:path h="2139048" w="2034040">
                <a:moveTo>
                  <a:pt x="0" y="0"/>
                </a:moveTo>
                <a:lnTo>
                  <a:pt x="2034040" y="0"/>
                </a:lnTo>
                <a:lnTo>
                  <a:pt x="2034040" y="2139049"/>
                </a:lnTo>
                <a:lnTo>
                  <a:pt x="0" y="21390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927936" y="7759737"/>
            <a:ext cx="2665858" cy="753826"/>
            <a:chOff x="0" y="0"/>
            <a:chExt cx="3554478" cy="100510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3554478" cy="1005101"/>
              <a:chOff x="0" y="0"/>
              <a:chExt cx="702119" cy="19853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02119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702119">
                    <a:moveTo>
                      <a:pt x="37753" y="0"/>
                    </a:moveTo>
                    <a:lnTo>
                      <a:pt x="664366" y="0"/>
                    </a:lnTo>
                    <a:cubicBezTo>
                      <a:pt x="674379" y="0"/>
                      <a:pt x="683981" y="3978"/>
                      <a:pt x="691061" y="11058"/>
                    </a:cubicBezTo>
                    <a:cubicBezTo>
                      <a:pt x="698141" y="18138"/>
                      <a:pt x="702119" y="27741"/>
                      <a:pt x="702119" y="37753"/>
                    </a:cubicBezTo>
                    <a:lnTo>
                      <a:pt x="702119" y="160785"/>
                    </a:lnTo>
                    <a:cubicBezTo>
                      <a:pt x="702119" y="170798"/>
                      <a:pt x="698141" y="180401"/>
                      <a:pt x="691061" y="187481"/>
                    </a:cubicBezTo>
                    <a:cubicBezTo>
                      <a:pt x="683981" y="194561"/>
                      <a:pt x="674379" y="198538"/>
                      <a:pt x="664366" y="198538"/>
                    </a:cubicBezTo>
                    <a:lnTo>
                      <a:pt x="37753" y="198538"/>
                    </a:lnTo>
                    <a:cubicBezTo>
                      <a:pt x="27741" y="198538"/>
                      <a:pt x="18138" y="194561"/>
                      <a:pt x="11058" y="187481"/>
                    </a:cubicBezTo>
                    <a:cubicBezTo>
                      <a:pt x="3978" y="180401"/>
                      <a:pt x="0" y="170798"/>
                      <a:pt x="0" y="160785"/>
                    </a:cubicBezTo>
                    <a:lnTo>
                      <a:pt x="0" y="37753"/>
                    </a:lnTo>
                    <a:cubicBezTo>
                      <a:pt x="0" y="27741"/>
                      <a:pt x="3978" y="18138"/>
                      <a:pt x="11058" y="11058"/>
                    </a:cubicBezTo>
                    <a:cubicBezTo>
                      <a:pt x="18138" y="3978"/>
                      <a:pt x="27741" y="0"/>
                      <a:pt x="37753" y="0"/>
                    </a:cubicBezTo>
                    <a:close/>
                  </a:path>
                </a:pathLst>
              </a:custGeom>
              <a:solidFill>
                <a:srgbClr val="18A1D5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702119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786852" y="124937"/>
              <a:ext cx="198077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F1F2E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655794" y="3069021"/>
            <a:ext cx="4966888" cy="5889518"/>
            <a:chOff x="0" y="0"/>
            <a:chExt cx="1308151" cy="15511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08151" cy="1551149"/>
            </a:xfrm>
            <a:custGeom>
              <a:avLst/>
              <a:gdLst/>
              <a:ahLst/>
              <a:cxnLst/>
              <a:rect r="r" b="b" t="t" l="l"/>
              <a:pathLst>
                <a:path h="1551149" w="1308151">
                  <a:moveTo>
                    <a:pt x="29615" y="0"/>
                  </a:moveTo>
                  <a:lnTo>
                    <a:pt x="1278536" y="0"/>
                  </a:lnTo>
                  <a:cubicBezTo>
                    <a:pt x="1286391" y="0"/>
                    <a:pt x="1293923" y="3120"/>
                    <a:pt x="1299477" y="8674"/>
                  </a:cubicBezTo>
                  <a:cubicBezTo>
                    <a:pt x="1305031" y="14228"/>
                    <a:pt x="1308151" y="21761"/>
                    <a:pt x="1308151" y="29615"/>
                  </a:cubicBezTo>
                  <a:lnTo>
                    <a:pt x="1308151" y="1521533"/>
                  </a:lnTo>
                  <a:cubicBezTo>
                    <a:pt x="1308151" y="1537889"/>
                    <a:pt x="1294892" y="1551149"/>
                    <a:pt x="1278536" y="1551149"/>
                  </a:cubicBezTo>
                  <a:lnTo>
                    <a:pt x="29615" y="1551149"/>
                  </a:lnTo>
                  <a:cubicBezTo>
                    <a:pt x="21761" y="1551149"/>
                    <a:pt x="14228" y="1548029"/>
                    <a:pt x="8674" y="1542475"/>
                  </a:cubicBezTo>
                  <a:cubicBezTo>
                    <a:pt x="3120" y="1536921"/>
                    <a:pt x="0" y="1529388"/>
                    <a:pt x="0" y="1521533"/>
                  </a:cubicBezTo>
                  <a:lnTo>
                    <a:pt x="0" y="29615"/>
                  </a:lnTo>
                  <a:cubicBezTo>
                    <a:pt x="0" y="13259"/>
                    <a:pt x="13259" y="0"/>
                    <a:pt x="29615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1308151" cy="1522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508506" y="3069021"/>
            <a:ext cx="4966888" cy="5889518"/>
            <a:chOff x="0" y="0"/>
            <a:chExt cx="1308151" cy="155114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08151" cy="1551149"/>
            </a:xfrm>
            <a:custGeom>
              <a:avLst/>
              <a:gdLst/>
              <a:ahLst/>
              <a:cxnLst/>
              <a:rect r="r" b="b" t="t" l="l"/>
              <a:pathLst>
                <a:path h="1551149" w="1308151">
                  <a:moveTo>
                    <a:pt x="29615" y="0"/>
                  </a:moveTo>
                  <a:lnTo>
                    <a:pt x="1278536" y="0"/>
                  </a:lnTo>
                  <a:cubicBezTo>
                    <a:pt x="1286391" y="0"/>
                    <a:pt x="1293923" y="3120"/>
                    <a:pt x="1299477" y="8674"/>
                  </a:cubicBezTo>
                  <a:cubicBezTo>
                    <a:pt x="1305031" y="14228"/>
                    <a:pt x="1308151" y="21761"/>
                    <a:pt x="1308151" y="29615"/>
                  </a:cubicBezTo>
                  <a:lnTo>
                    <a:pt x="1308151" y="1521533"/>
                  </a:lnTo>
                  <a:cubicBezTo>
                    <a:pt x="1308151" y="1537889"/>
                    <a:pt x="1294892" y="1551149"/>
                    <a:pt x="1278536" y="1551149"/>
                  </a:cubicBezTo>
                  <a:lnTo>
                    <a:pt x="29615" y="1551149"/>
                  </a:lnTo>
                  <a:cubicBezTo>
                    <a:pt x="21761" y="1551149"/>
                    <a:pt x="14228" y="1548029"/>
                    <a:pt x="8674" y="1542475"/>
                  </a:cubicBezTo>
                  <a:cubicBezTo>
                    <a:pt x="3120" y="1536921"/>
                    <a:pt x="0" y="1529388"/>
                    <a:pt x="0" y="1521533"/>
                  </a:cubicBezTo>
                  <a:lnTo>
                    <a:pt x="0" y="29615"/>
                  </a:lnTo>
                  <a:cubicBezTo>
                    <a:pt x="0" y="13259"/>
                    <a:pt x="13259" y="0"/>
                    <a:pt x="29615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28575"/>
              <a:ext cx="1308151" cy="1522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8389257" y="3341445"/>
            <a:ext cx="1519012" cy="2672336"/>
          </a:xfrm>
          <a:custGeom>
            <a:avLst/>
            <a:gdLst/>
            <a:ahLst/>
            <a:cxnLst/>
            <a:rect r="r" b="b" t="t" l="l"/>
            <a:pathLst>
              <a:path h="2672336" w="1519012">
                <a:moveTo>
                  <a:pt x="0" y="0"/>
                </a:moveTo>
                <a:lnTo>
                  <a:pt x="1519011" y="0"/>
                </a:lnTo>
                <a:lnTo>
                  <a:pt x="1519011" y="2672335"/>
                </a:lnTo>
                <a:lnTo>
                  <a:pt x="0" y="26723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7807079" y="7759737"/>
            <a:ext cx="2665858" cy="753826"/>
            <a:chOff x="0" y="0"/>
            <a:chExt cx="3554478" cy="1005101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3554478" cy="1005101"/>
              <a:chOff x="0" y="0"/>
              <a:chExt cx="702119" cy="198538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702119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702119">
                    <a:moveTo>
                      <a:pt x="37753" y="0"/>
                    </a:moveTo>
                    <a:lnTo>
                      <a:pt x="664366" y="0"/>
                    </a:lnTo>
                    <a:cubicBezTo>
                      <a:pt x="674379" y="0"/>
                      <a:pt x="683981" y="3978"/>
                      <a:pt x="691061" y="11058"/>
                    </a:cubicBezTo>
                    <a:cubicBezTo>
                      <a:pt x="698141" y="18138"/>
                      <a:pt x="702119" y="27741"/>
                      <a:pt x="702119" y="37753"/>
                    </a:cubicBezTo>
                    <a:lnTo>
                      <a:pt x="702119" y="160785"/>
                    </a:lnTo>
                    <a:cubicBezTo>
                      <a:pt x="702119" y="170798"/>
                      <a:pt x="698141" y="180401"/>
                      <a:pt x="691061" y="187481"/>
                    </a:cubicBezTo>
                    <a:cubicBezTo>
                      <a:pt x="683981" y="194561"/>
                      <a:pt x="674379" y="198538"/>
                      <a:pt x="664366" y="198538"/>
                    </a:cubicBezTo>
                    <a:lnTo>
                      <a:pt x="37753" y="198538"/>
                    </a:lnTo>
                    <a:cubicBezTo>
                      <a:pt x="27741" y="198538"/>
                      <a:pt x="18138" y="194561"/>
                      <a:pt x="11058" y="187481"/>
                    </a:cubicBezTo>
                    <a:cubicBezTo>
                      <a:pt x="3978" y="180401"/>
                      <a:pt x="0" y="170798"/>
                      <a:pt x="0" y="160785"/>
                    </a:cubicBezTo>
                    <a:lnTo>
                      <a:pt x="0" y="37753"/>
                    </a:lnTo>
                    <a:cubicBezTo>
                      <a:pt x="0" y="27741"/>
                      <a:pt x="3978" y="18138"/>
                      <a:pt x="11058" y="11058"/>
                    </a:cubicBezTo>
                    <a:cubicBezTo>
                      <a:pt x="18138" y="3978"/>
                      <a:pt x="27741" y="0"/>
                      <a:pt x="37753" y="0"/>
                    </a:cubicBezTo>
                    <a:close/>
                  </a:path>
                </a:pathLst>
              </a:custGeom>
              <a:solidFill>
                <a:srgbClr val="18A1D5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702119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786852" y="124937"/>
              <a:ext cx="198077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F1F2E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683967" y="7759737"/>
            <a:ext cx="2665858" cy="753826"/>
            <a:chOff x="0" y="0"/>
            <a:chExt cx="3554478" cy="1005101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3554478" cy="1005101"/>
              <a:chOff x="0" y="0"/>
              <a:chExt cx="702119" cy="198538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702119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702119">
                    <a:moveTo>
                      <a:pt x="37753" y="0"/>
                    </a:moveTo>
                    <a:lnTo>
                      <a:pt x="664366" y="0"/>
                    </a:lnTo>
                    <a:cubicBezTo>
                      <a:pt x="674379" y="0"/>
                      <a:pt x="683981" y="3978"/>
                      <a:pt x="691061" y="11058"/>
                    </a:cubicBezTo>
                    <a:cubicBezTo>
                      <a:pt x="698141" y="18138"/>
                      <a:pt x="702119" y="27741"/>
                      <a:pt x="702119" y="37753"/>
                    </a:cubicBezTo>
                    <a:lnTo>
                      <a:pt x="702119" y="160785"/>
                    </a:lnTo>
                    <a:cubicBezTo>
                      <a:pt x="702119" y="170798"/>
                      <a:pt x="698141" y="180401"/>
                      <a:pt x="691061" y="187481"/>
                    </a:cubicBezTo>
                    <a:cubicBezTo>
                      <a:pt x="683981" y="194561"/>
                      <a:pt x="674379" y="198538"/>
                      <a:pt x="664366" y="198538"/>
                    </a:cubicBezTo>
                    <a:lnTo>
                      <a:pt x="37753" y="198538"/>
                    </a:lnTo>
                    <a:cubicBezTo>
                      <a:pt x="27741" y="198538"/>
                      <a:pt x="18138" y="194561"/>
                      <a:pt x="11058" y="187481"/>
                    </a:cubicBezTo>
                    <a:cubicBezTo>
                      <a:pt x="3978" y="180401"/>
                      <a:pt x="0" y="170798"/>
                      <a:pt x="0" y="160785"/>
                    </a:cubicBezTo>
                    <a:lnTo>
                      <a:pt x="0" y="37753"/>
                    </a:lnTo>
                    <a:cubicBezTo>
                      <a:pt x="0" y="27741"/>
                      <a:pt x="3978" y="18138"/>
                      <a:pt x="11058" y="11058"/>
                    </a:cubicBezTo>
                    <a:cubicBezTo>
                      <a:pt x="18138" y="3978"/>
                      <a:pt x="27741" y="0"/>
                      <a:pt x="37753" y="0"/>
                    </a:cubicBezTo>
                    <a:close/>
                  </a:path>
                </a:pathLst>
              </a:custGeom>
              <a:solidFill>
                <a:srgbClr val="18A1D5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702119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786852" y="124937"/>
              <a:ext cx="198077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F1F2E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4614962" y="3746538"/>
            <a:ext cx="1394695" cy="1960907"/>
          </a:xfrm>
          <a:custGeom>
            <a:avLst/>
            <a:gdLst/>
            <a:ahLst/>
            <a:cxnLst/>
            <a:rect r="r" b="b" t="t" l="l"/>
            <a:pathLst>
              <a:path h="1960907" w="1394695">
                <a:moveTo>
                  <a:pt x="0" y="0"/>
                </a:moveTo>
                <a:lnTo>
                  <a:pt x="1394695" y="0"/>
                </a:lnTo>
                <a:lnTo>
                  <a:pt x="1394695" y="1960907"/>
                </a:lnTo>
                <a:lnTo>
                  <a:pt x="0" y="19609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322691" y="169033"/>
            <a:ext cx="706009" cy="607496"/>
          </a:xfrm>
          <a:custGeom>
            <a:avLst/>
            <a:gdLst/>
            <a:ahLst/>
            <a:cxnLst/>
            <a:rect r="r" b="b" t="t" l="l"/>
            <a:pathLst>
              <a:path h="607496" w="706009">
                <a:moveTo>
                  <a:pt x="0" y="0"/>
                </a:moveTo>
                <a:lnTo>
                  <a:pt x="706009" y="0"/>
                </a:lnTo>
                <a:lnTo>
                  <a:pt x="706009" y="607496"/>
                </a:lnTo>
                <a:lnTo>
                  <a:pt x="0" y="6074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28700" y="6375599"/>
            <a:ext cx="193738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</a:t>
            </a: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aptop Pro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8700" y="6849147"/>
            <a:ext cx="195655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echStore MX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277885" y="6849147"/>
            <a:ext cx="121360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⭐ 4.5/5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476720" y="6375599"/>
            <a:ext cx="101477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$1299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907843" y="6375599"/>
            <a:ext cx="252757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</a:t>
            </a: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artphone X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907843" y="6849147"/>
            <a:ext cx="164353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obile Plus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157028" y="6849147"/>
            <a:ext cx="121360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⭐ 4.8/5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457304" y="6375599"/>
            <a:ext cx="81188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$899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761455" y="6375599"/>
            <a:ext cx="257413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Auricul</a:t>
            </a: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ares BT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725617" y="6849147"/>
            <a:ext cx="176176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Audi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World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033916" y="6849147"/>
            <a:ext cx="121360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⭐ 4.3/5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6334192" y="6375599"/>
            <a:ext cx="81188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$199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04965" y="1097059"/>
            <a:ext cx="97827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8A1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Inicio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50643" y="1645064"/>
            <a:ext cx="215132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Mis Pedidos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50643" y="2165542"/>
            <a:ext cx="180583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 Cuenta</a:t>
            </a:r>
          </a:p>
        </p:txBody>
      </p:sp>
      <p:sp>
        <p:nvSpPr>
          <p:cNvPr name="AutoShape 56" id="56"/>
          <p:cNvSpPr/>
          <p:nvPr/>
        </p:nvSpPr>
        <p:spPr>
          <a:xfrm>
            <a:off x="0" y="2760537"/>
            <a:ext cx="18264949" cy="0"/>
          </a:xfrm>
          <a:prstGeom prst="line">
            <a:avLst/>
          </a:prstGeom>
          <a:ln cap="flat" w="38100">
            <a:solidFill>
              <a:srgbClr val="B4B4B4">
                <a:alpha val="58824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058875" y="169033"/>
            <a:ext cx="631336" cy="605690"/>
          </a:xfrm>
          <a:custGeom>
            <a:avLst/>
            <a:gdLst/>
            <a:ahLst/>
            <a:cxnLst/>
            <a:rect r="r" b="b" t="t" l="l"/>
            <a:pathLst>
              <a:path h="605690" w="631336">
                <a:moveTo>
                  <a:pt x="0" y="0"/>
                </a:moveTo>
                <a:lnTo>
                  <a:pt x="631336" y="0"/>
                </a:lnTo>
                <a:lnTo>
                  <a:pt x="631336" y="605691"/>
                </a:lnTo>
                <a:lnTo>
                  <a:pt x="0" y="6056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7259300" y="142848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668689" y="1256518"/>
            <a:ext cx="3102516" cy="3262684"/>
          </a:xfrm>
          <a:custGeom>
            <a:avLst/>
            <a:gdLst/>
            <a:ahLst/>
            <a:cxnLst/>
            <a:rect r="r" b="b" t="t" l="l"/>
            <a:pathLst>
              <a:path h="3262684" w="3102516">
                <a:moveTo>
                  <a:pt x="0" y="0"/>
                </a:moveTo>
                <a:lnTo>
                  <a:pt x="3102515" y="0"/>
                </a:lnTo>
                <a:lnTo>
                  <a:pt x="3102515" y="3262684"/>
                </a:lnTo>
                <a:lnTo>
                  <a:pt x="0" y="32626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000063" y="7031919"/>
            <a:ext cx="8394346" cy="753826"/>
            <a:chOff x="0" y="0"/>
            <a:chExt cx="11192462" cy="100510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1192462" cy="1005101"/>
              <a:chOff x="0" y="0"/>
              <a:chExt cx="2210857" cy="19853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210857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2210857">
                    <a:moveTo>
                      <a:pt x="11990" y="0"/>
                    </a:moveTo>
                    <a:lnTo>
                      <a:pt x="2198867" y="0"/>
                    </a:lnTo>
                    <a:cubicBezTo>
                      <a:pt x="2202047" y="0"/>
                      <a:pt x="2205096" y="1263"/>
                      <a:pt x="2207345" y="3512"/>
                    </a:cubicBezTo>
                    <a:cubicBezTo>
                      <a:pt x="2209593" y="5760"/>
                      <a:pt x="2210857" y="8810"/>
                      <a:pt x="2210857" y="11990"/>
                    </a:cubicBezTo>
                    <a:lnTo>
                      <a:pt x="2210857" y="186549"/>
                    </a:lnTo>
                    <a:cubicBezTo>
                      <a:pt x="2210857" y="193171"/>
                      <a:pt x="2205489" y="198538"/>
                      <a:pt x="2198867" y="198538"/>
                    </a:cubicBezTo>
                    <a:lnTo>
                      <a:pt x="11990" y="198538"/>
                    </a:lnTo>
                    <a:cubicBezTo>
                      <a:pt x="8810" y="198538"/>
                      <a:pt x="5760" y="197275"/>
                      <a:pt x="3512" y="195027"/>
                    </a:cubicBezTo>
                    <a:cubicBezTo>
                      <a:pt x="1263" y="192778"/>
                      <a:pt x="0" y="189729"/>
                      <a:pt x="0" y="186549"/>
                    </a:cubicBezTo>
                    <a:lnTo>
                      <a:pt x="0" y="11990"/>
                    </a:lnTo>
                    <a:cubicBezTo>
                      <a:pt x="0" y="5368"/>
                      <a:pt x="5368" y="0"/>
                      <a:pt x="11990" y="0"/>
                    </a:cubicBezTo>
                    <a:close/>
                  </a:path>
                </a:pathLst>
              </a:custGeom>
              <a:solidFill>
                <a:srgbClr val="18A1D5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210857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477665" y="124937"/>
              <a:ext cx="6237131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b="true" sz="3200">
                  <a:solidFill>
                    <a:srgbClr val="F1F2EB"/>
                  </a:solidFill>
                  <a:latin typeface="Open Sans Bold"/>
                  <a:ea typeface="Open Sans Bold"/>
                  <a:cs typeface="Open Sans Bold"/>
                  <a:sym typeface="Open Sans Bold"/>
                  <a:hlinkClick r:id="rId13" action="ppaction://hlinksldjump"/>
                </a:rPr>
                <a:t>Agregar al Carrito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7651" y="1199368"/>
            <a:ext cx="378023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u="sng">
                <a:solidFill>
                  <a:srgbClr val="199FD1"/>
                </a:solidFill>
                <a:latin typeface="Open Sans Bold"/>
                <a:ea typeface="Open Sans Bold"/>
                <a:cs typeface="Open Sans Bold"/>
                <a:sym typeface="Open Sans Bold"/>
                <a:hlinkClick r:id="rId14" action="ppaction://hlinksldjump"/>
              </a:rPr>
              <a:t>← Volver a p</a:t>
            </a:r>
            <a:r>
              <a:rPr lang="en-US" b="true" sz="2799" u="sng">
                <a:solidFill>
                  <a:srgbClr val="199FD1"/>
                </a:solidFill>
                <a:latin typeface="Open Sans Bold"/>
                <a:ea typeface="Open Sans Bold"/>
                <a:cs typeface="Open Sans Bold"/>
                <a:sym typeface="Open Sans Bold"/>
                <a:hlinkClick r:id="rId14" action="ppaction://hlinksldjump"/>
              </a:rPr>
              <a:t>roductos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61272" y="4443002"/>
            <a:ext cx="29064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</a:t>
            </a:r>
            <a:r>
              <a:rPr lang="en-US" b="true" sz="4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aptop Pro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61272" y="5098322"/>
            <a:ext cx="479462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Vendedor: T</a:t>
            </a: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echStore MX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07459" y="5098322"/>
            <a:ext cx="425184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⭐ 4.5/5 </a:t>
            </a:r>
            <a:r>
              <a:rPr lang="en-US" sz="3200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(248 reseñas)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07459" y="4443002"/>
            <a:ext cx="152233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$1299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045484" y="8020417"/>
            <a:ext cx="8394346" cy="753826"/>
            <a:chOff x="0" y="0"/>
            <a:chExt cx="11192462" cy="1005101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1192462" cy="1005101"/>
              <a:chOff x="0" y="0"/>
              <a:chExt cx="2210857" cy="19853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210857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2210857">
                    <a:moveTo>
                      <a:pt x="11990" y="0"/>
                    </a:moveTo>
                    <a:lnTo>
                      <a:pt x="2198867" y="0"/>
                    </a:lnTo>
                    <a:cubicBezTo>
                      <a:pt x="2202047" y="0"/>
                      <a:pt x="2205096" y="1263"/>
                      <a:pt x="2207345" y="3512"/>
                    </a:cubicBezTo>
                    <a:cubicBezTo>
                      <a:pt x="2209593" y="5760"/>
                      <a:pt x="2210857" y="8810"/>
                      <a:pt x="2210857" y="11990"/>
                    </a:cubicBezTo>
                    <a:lnTo>
                      <a:pt x="2210857" y="186549"/>
                    </a:lnTo>
                    <a:cubicBezTo>
                      <a:pt x="2210857" y="193171"/>
                      <a:pt x="2205489" y="198538"/>
                      <a:pt x="2198867" y="198538"/>
                    </a:cubicBezTo>
                    <a:lnTo>
                      <a:pt x="11990" y="198538"/>
                    </a:lnTo>
                    <a:cubicBezTo>
                      <a:pt x="8810" y="198538"/>
                      <a:pt x="5760" y="197275"/>
                      <a:pt x="3512" y="195027"/>
                    </a:cubicBezTo>
                    <a:cubicBezTo>
                      <a:pt x="1263" y="192778"/>
                      <a:pt x="0" y="189729"/>
                      <a:pt x="0" y="186549"/>
                    </a:cubicBezTo>
                    <a:lnTo>
                      <a:pt x="0" y="11990"/>
                    </a:lnTo>
                    <a:cubicBezTo>
                      <a:pt x="0" y="5368"/>
                      <a:pt x="5368" y="0"/>
                      <a:pt x="11990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2210857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477665" y="124937"/>
              <a:ext cx="6237131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F1F2E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Comprar Ahora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261272" y="5826666"/>
            <a:ext cx="12669731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Descripción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Producto de alta calidad con garantía d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1 año. Envío gratis en compras mayores a $500.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045484" y="9002843"/>
            <a:ext cx="8394346" cy="753826"/>
            <a:chOff x="0" y="0"/>
            <a:chExt cx="11192462" cy="1005101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1192462" cy="1005101"/>
              <a:chOff x="0" y="0"/>
              <a:chExt cx="2210857" cy="198538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210857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2210857">
                    <a:moveTo>
                      <a:pt x="11990" y="0"/>
                    </a:moveTo>
                    <a:lnTo>
                      <a:pt x="2198867" y="0"/>
                    </a:lnTo>
                    <a:cubicBezTo>
                      <a:pt x="2202047" y="0"/>
                      <a:pt x="2205096" y="1263"/>
                      <a:pt x="2207345" y="3512"/>
                    </a:cubicBezTo>
                    <a:cubicBezTo>
                      <a:pt x="2209593" y="5760"/>
                      <a:pt x="2210857" y="8810"/>
                      <a:pt x="2210857" y="11990"/>
                    </a:cubicBezTo>
                    <a:lnTo>
                      <a:pt x="2210857" y="186549"/>
                    </a:lnTo>
                    <a:cubicBezTo>
                      <a:pt x="2210857" y="193171"/>
                      <a:pt x="2205489" y="198538"/>
                      <a:pt x="2198867" y="198538"/>
                    </a:cubicBezTo>
                    <a:lnTo>
                      <a:pt x="11990" y="198538"/>
                    </a:lnTo>
                    <a:cubicBezTo>
                      <a:pt x="8810" y="198538"/>
                      <a:pt x="5760" y="197275"/>
                      <a:pt x="3512" y="195027"/>
                    </a:cubicBezTo>
                    <a:cubicBezTo>
                      <a:pt x="1263" y="192778"/>
                      <a:pt x="0" y="189729"/>
                      <a:pt x="0" y="186549"/>
                    </a:cubicBezTo>
                    <a:lnTo>
                      <a:pt x="0" y="11990"/>
                    </a:lnTo>
                    <a:cubicBezTo>
                      <a:pt x="0" y="5368"/>
                      <a:pt x="5368" y="0"/>
                      <a:pt x="1199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2210857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2477665" y="124937"/>
              <a:ext cx="6237131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 Perfil del Vendedor 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163937" y="5728127"/>
            <a:ext cx="1969443" cy="525260"/>
            <a:chOff x="0" y="0"/>
            <a:chExt cx="2625924" cy="700347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2625924" cy="700347"/>
              <a:chOff x="0" y="0"/>
              <a:chExt cx="633502" cy="168958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33502" cy="168958"/>
              </a:xfrm>
              <a:custGeom>
                <a:avLst/>
                <a:gdLst/>
                <a:ahLst/>
                <a:cxnLst/>
                <a:rect r="r" b="b" t="t" l="l"/>
                <a:pathLst>
                  <a:path h="168958" w="633502">
                    <a:moveTo>
                      <a:pt x="41843" y="0"/>
                    </a:moveTo>
                    <a:lnTo>
                      <a:pt x="591660" y="0"/>
                    </a:lnTo>
                    <a:cubicBezTo>
                      <a:pt x="602757" y="0"/>
                      <a:pt x="613400" y="4408"/>
                      <a:pt x="621247" y="12255"/>
                    </a:cubicBezTo>
                    <a:cubicBezTo>
                      <a:pt x="629094" y="20102"/>
                      <a:pt x="633502" y="30745"/>
                      <a:pt x="633502" y="41843"/>
                    </a:cubicBezTo>
                    <a:lnTo>
                      <a:pt x="633502" y="127116"/>
                    </a:lnTo>
                    <a:cubicBezTo>
                      <a:pt x="633502" y="150225"/>
                      <a:pt x="614769" y="168958"/>
                      <a:pt x="591660" y="168958"/>
                    </a:cubicBezTo>
                    <a:lnTo>
                      <a:pt x="41843" y="168958"/>
                    </a:lnTo>
                    <a:cubicBezTo>
                      <a:pt x="30745" y="168958"/>
                      <a:pt x="20102" y="164550"/>
                      <a:pt x="12255" y="156703"/>
                    </a:cubicBezTo>
                    <a:cubicBezTo>
                      <a:pt x="4408" y="148856"/>
                      <a:pt x="0" y="138213"/>
                      <a:pt x="0" y="127116"/>
                    </a:cubicBezTo>
                    <a:lnTo>
                      <a:pt x="0" y="41843"/>
                    </a:lnTo>
                    <a:cubicBezTo>
                      <a:pt x="0" y="30745"/>
                      <a:pt x="4408" y="20102"/>
                      <a:pt x="12255" y="12255"/>
                    </a:cubicBezTo>
                    <a:cubicBezTo>
                      <a:pt x="20102" y="4408"/>
                      <a:pt x="30745" y="0"/>
                      <a:pt x="41843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633502" cy="2070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581298" y="101465"/>
              <a:ext cx="1463327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Calificar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196394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30"/>
                </a:lnTo>
                <a:lnTo>
                  <a:pt x="0" y="5783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668689" y="1256518"/>
            <a:ext cx="3102516" cy="3262684"/>
          </a:xfrm>
          <a:custGeom>
            <a:avLst/>
            <a:gdLst/>
            <a:ahLst/>
            <a:cxnLst/>
            <a:rect r="r" b="b" t="t" l="l"/>
            <a:pathLst>
              <a:path h="3262684" w="3102516">
                <a:moveTo>
                  <a:pt x="0" y="0"/>
                </a:moveTo>
                <a:lnTo>
                  <a:pt x="3102515" y="0"/>
                </a:lnTo>
                <a:lnTo>
                  <a:pt x="3102515" y="3262684"/>
                </a:lnTo>
                <a:lnTo>
                  <a:pt x="0" y="32626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000063" y="7031919"/>
            <a:ext cx="8394346" cy="753826"/>
            <a:chOff x="0" y="0"/>
            <a:chExt cx="2210857" cy="1985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0857" cy="198538"/>
            </a:xfrm>
            <a:custGeom>
              <a:avLst/>
              <a:gdLst/>
              <a:ahLst/>
              <a:cxnLst/>
              <a:rect r="r" b="b" t="t" l="l"/>
              <a:pathLst>
                <a:path h="198538" w="2210857">
                  <a:moveTo>
                    <a:pt x="11990" y="0"/>
                  </a:moveTo>
                  <a:lnTo>
                    <a:pt x="2198867" y="0"/>
                  </a:lnTo>
                  <a:cubicBezTo>
                    <a:pt x="2202047" y="0"/>
                    <a:pt x="2205096" y="1263"/>
                    <a:pt x="2207345" y="3512"/>
                  </a:cubicBezTo>
                  <a:cubicBezTo>
                    <a:pt x="2209593" y="5760"/>
                    <a:pt x="2210857" y="8810"/>
                    <a:pt x="2210857" y="11990"/>
                  </a:cubicBezTo>
                  <a:lnTo>
                    <a:pt x="2210857" y="186549"/>
                  </a:lnTo>
                  <a:cubicBezTo>
                    <a:pt x="2210857" y="193171"/>
                    <a:pt x="2205489" y="198538"/>
                    <a:pt x="2198867" y="198538"/>
                  </a:cubicBezTo>
                  <a:lnTo>
                    <a:pt x="11990" y="198538"/>
                  </a:lnTo>
                  <a:cubicBezTo>
                    <a:pt x="8810" y="198538"/>
                    <a:pt x="5760" y="197275"/>
                    <a:pt x="3512" y="195027"/>
                  </a:cubicBezTo>
                  <a:cubicBezTo>
                    <a:pt x="1263" y="192778"/>
                    <a:pt x="0" y="189729"/>
                    <a:pt x="0" y="186549"/>
                  </a:cubicBezTo>
                  <a:lnTo>
                    <a:pt x="0" y="11990"/>
                  </a:lnTo>
                  <a:cubicBezTo>
                    <a:pt x="0" y="5368"/>
                    <a:pt x="5368" y="0"/>
                    <a:pt x="11990" y="0"/>
                  </a:cubicBezTo>
                  <a:close/>
                </a:path>
              </a:pathLst>
            </a:custGeom>
            <a:solidFill>
              <a:srgbClr val="18A1D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10857" cy="236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045484" y="8020417"/>
            <a:ext cx="8394346" cy="753826"/>
            <a:chOff x="0" y="0"/>
            <a:chExt cx="11192462" cy="100510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1192462" cy="1005101"/>
              <a:chOff x="0" y="0"/>
              <a:chExt cx="2210857" cy="19853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210857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2210857">
                    <a:moveTo>
                      <a:pt x="11990" y="0"/>
                    </a:moveTo>
                    <a:lnTo>
                      <a:pt x="2198867" y="0"/>
                    </a:lnTo>
                    <a:cubicBezTo>
                      <a:pt x="2202047" y="0"/>
                      <a:pt x="2205096" y="1263"/>
                      <a:pt x="2207345" y="3512"/>
                    </a:cubicBezTo>
                    <a:cubicBezTo>
                      <a:pt x="2209593" y="5760"/>
                      <a:pt x="2210857" y="8810"/>
                      <a:pt x="2210857" y="11990"/>
                    </a:cubicBezTo>
                    <a:lnTo>
                      <a:pt x="2210857" y="186549"/>
                    </a:lnTo>
                    <a:cubicBezTo>
                      <a:pt x="2210857" y="193171"/>
                      <a:pt x="2205489" y="198538"/>
                      <a:pt x="2198867" y="198538"/>
                    </a:cubicBezTo>
                    <a:lnTo>
                      <a:pt x="11990" y="198538"/>
                    </a:lnTo>
                    <a:cubicBezTo>
                      <a:pt x="8810" y="198538"/>
                      <a:pt x="5760" y="197275"/>
                      <a:pt x="3512" y="195027"/>
                    </a:cubicBezTo>
                    <a:cubicBezTo>
                      <a:pt x="1263" y="192778"/>
                      <a:pt x="0" y="189729"/>
                      <a:pt x="0" y="186549"/>
                    </a:cubicBezTo>
                    <a:lnTo>
                      <a:pt x="0" y="11990"/>
                    </a:lnTo>
                    <a:cubicBezTo>
                      <a:pt x="0" y="5368"/>
                      <a:pt x="5368" y="0"/>
                      <a:pt x="11990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210857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477665" y="124937"/>
              <a:ext cx="6237131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F1F2E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Comprar Ahora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045484" y="9002843"/>
            <a:ext cx="8394346" cy="753826"/>
            <a:chOff x="0" y="0"/>
            <a:chExt cx="11192462" cy="100510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1192462" cy="1005101"/>
              <a:chOff x="0" y="0"/>
              <a:chExt cx="2210857" cy="19853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210857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2210857">
                    <a:moveTo>
                      <a:pt x="11990" y="0"/>
                    </a:moveTo>
                    <a:lnTo>
                      <a:pt x="2198867" y="0"/>
                    </a:lnTo>
                    <a:cubicBezTo>
                      <a:pt x="2202047" y="0"/>
                      <a:pt x="2205096" y="1263"/>
                      <a:pt x="2207345" y="3512"/>
                    </a:cubicBezTo>
                    <a:cubicBezTo>
                      <a:pt x="2209593" y="5760"/>
                      <a:pt x="2210857" y="8810"/>
                      <a:pt x="2210857" y="11990"/>
                    </a:cubicBezTo>
                    <a:lnTo>
                      <a:pt x="2210857" y="186549"/>
                    </a:lnTo>
                    <a:cubicBezTo>
                      <a:pt x="2210857" y="193171"/>
                      <a:pt x="2205489" y="198538"/>
                      <a:pt x="2198867" y="198538"/>
                    </a:cubicBezTo>
                    <a:lnTo>
                      <a:pt x="11990" y="198538"/>
                    </a:lnTo>
                    <a:cubicBezTo>
                      <a:pt x="8810" y="198538"/>
                      <a:pt x="5760" y="197275"/>
                      <a:pt x="3512" y="195027"/>
                    </a:cubicBezTo>
                    <a:cubicBezTo>
                      <a:pt x="1263" y="192778"/>
                      <a:pt x="0" y="189729"/>
                      <a:pt x="0" y="186549"/>
                    </a:cubicBezTo>
                    <a:lnTo>
                      <a:pt x="0" y="11990"/>
                    </a:lnTo>
                    <a:cubicBezTo>
                      <a:pt x="0" y="5368"/>
                      <a:pt x="5368" y="0"/>
                      <a:pt x="1199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210857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477665" y="124937"/>
              <a:ext cx="6237131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 Perfil del Vendedor </a:t>
              </a:r>
            </a:p>
          </p:txBody>
        </p:sp>
      </p:grpSp>
      <p:sp>
        <p:nvSpPr>
          <p:cNvPr name="Freeform 22" id="22">
            <a:hlinkClick r:id="rId12" action="ppaction://hlinksldjump"/>
          </p:cNvPr>
          <p:cNvSpPr/>
          <p:nvPr/>
        </p:nvSpPr>
        <p:spPr>
          <a:xfrm flipH="false" flipV="false" rot="0">
            <a:off x="15921419" y="-12890"/>
            <a:ext cx="1014248" cy="858210"/>
          </a:xfrm>
          <a:custGeom>
            <a:avLst/>
            <a:gdLst/>
            <a:ahLst/>
            <a:cxnLst/>
            <a:rect r="r" b="b" t="t" l="l"/>
            <a:pathLst>
              <a:path h="858210" w="1014248">
                <a:moveTo>
                  <a:pt x="0" y="0"/>
                </a:moveTo>
                <a:lnTo>
                  <a:pt x="1014249" y="0"/>
                </a:lnTo>
                <a:lnTo>
                  <a:pt x="1014249" y="858210"/>
                </a:lnTo>
                <a:lnTo>
                  <a:pt x="0" y="85821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0039" t="-6578" r="-1139" b="-12082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5471852" y="2887860"/>
            <a:ext cx="7123493" cy="6015779"/>
            <a:chOff x="0" y="0"/>
            <a:chExt cx="1876146" cy="15844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76146" cy="1584403"/>
            </a:xfrm>
            <a:custGeom>
              <a:avLst/>
              <a:gdLst/>
              <a:ahLst/>
              <a:cxnLst/>
              <a:rect r="r" b="b" t="t" l="l"/>
              <a:pathLst>
                <a:path h="1584403" w="1876146">
                  <a:moveTo>
                    <a:pt x="0" y="0"/>
                  </a:moveTo>
                  <a:lnTo>
                    <a:pt x="1876146" y="0"/>
                  </a:lnTo>
                  <a:lnTo>
                    <a:pt x="1876146" y="1584403"/>
                  </a:lnTo>
                  <a:lnTo>
                    <a:pt x="0" y="158440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876146" cy="1622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8015233" y="5155472"/>
            <a:ext cx="2036732" cy="2036732"/>
          </a:xfrm>
          <a:custGeom>
            <a:avLst/>
            <a:gdLst/>
            <a:ahLst/>
            <a:cxnLst/>
            <a:rect r="r" b="b" t="t" l="l"/>
            <a:pathLst>
              <a:path h="2036732" w="2036732">
                <a:moveTo>
                  <a:pt x="0" y="0"/>
                </a:moveTo>
                <a:lnTo>
                  <a:pt x="2036731" y="0"/>
                </a:lnTo>
                <a:lnTo>
                  <a:pt x="2036731" y="2036731"/>
                </a:lnTo>
                <a:lnTo>
                  <a:pt x="0" y="203673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7325803" y="7680527"/>
            <a:ext cx="3415591" cy="833992"/>
            <a:chOff x="0" y="0"/>
            <a:chExt cx="899579" cy="219652"/>
          </a:xfrm>
        </p:grpSpPr>
        <p:sp>
          <p:nvSpPr>
            <p:cNvPr name="Freeform 28" id="28">
              <a:hlinkClick r:id="rId12" action="ppaction://hlinksldjump"/>
            </p:cNvPr>
            <p:cNvSpPr/>
            <p:nvPr/>
          </p:nvSpPr>
          <p:spPr>
            <a:xfrm flipH="false" flipV="false" rot="0">
              <a:off x="0" y="0"/>
              <a:ext cx="899579" cy="219652"/>
            </a:xfrm>
            <a:custGeom>
              <a:avLst/>
              <a:gdLst/>
              <a:ahLst/>
              <a:cxnLst/>
              <a:rect r="r" b="b" t="t" l="l"/>
              <a:pathLst>
                <a:path h="219652" w="899579">
                  <a:moveTo>
                    <a:pt x="29466" y="0"/>
                  </a:moveTo>
                  <a:lnTo>
                    <a:pt x="870113" y="0"/>
                  </a:lnTo>
                  <a:cubicBezTo>
                    <a:pt x="886387" y="0"/>
                    <a:pt x="899579" y="13193"/>
                    <a:pt x="899579" y="29466"/>
                  </a:cubicBezTo>
                  <a:lnTo>
                    <a:pt x="899579" y="190186"/>
                  </a:lnTo>
                  <a:cubicBezTo>
                    <a:pt x="899579" y="206460"/>
                    <a:pt x="886387" y="219652"/>
                    <a:pt x="870113" y="219652"/>
                  </a:cubicBezTo>
                  <a:lnTo>
                    <a:pt x="29466" y="219652"/>
                  </a:lnTo>
                  <a:cubicBezTo>
                    <a:pt x="13193" y="219652"/>
                    <a:pt x="0" y="206460"/>
                    <a:pt x="0" y="190186"/>
                  </a:cubicBezTo>
                  <a:lnTo>
                    <a:pt x="0" y="29466"/>
                  </a:lnTo>
                  <a:cubicBezTo>
                    <a:pt x="0" y="13193"/>
                    <a:pt x="13193" y="0"/>
                    <a:pt x="29466" y="0"/>
                  </a:cubicBezTo>
                  <a:close/>
                </a:path>
              </a:pathLst>
            </a:custGeom>
            <a:solidFill>
              <a:srgbClr val="18A1D5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99579" cy="257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2090873" y="3154097"/>
            <a:ext cx="226411" cy="221883"/>
          </a:xfrm>
          <a:custGeom>
            <a:avLst/>
            <a:gdLst/>
            <a:ahLst/>
            <a:cxnLst/>
            <a:rect r="r" b="b" t="t" l="l"/>
            <a:pathLst>
              <a:path h="221883" w="226411">
                <a:moveTo>
                  <a:pt x="0" y="0"/>
                </a:moveTo>
                <a:lnTo>
                  <a:pt x="226411" y="0"/>
                </a:lnTo>
                <a:lnTo>
                  <a:pt x="226411" y="221883"/>
                </a:lnTo>
                <a:lnTo>
                  <a:pt x="0" y="22188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97651" y="1199368"/>
            <a:ext cx="378023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u="sng">
                <a:solidFill>
                  <a:srgbClr val="199FD1"/>
                </a:solidFill>
                <a:latin typeface="Open Sans Bold"/>
                <a:ea typeface="Open Sans Bold"/>
                <a:cs typeface="Open Sans Bold"/>
                <a:sym typeface="Open Sans Bold"/>
                <a:hlinkClick r:id="rId17" action="ppaction://hlinksldjump"/>
              </a:rPr>
              <a:t>← Volver a p</a:t>
            </a:r>
            <a:r>
              <a:rPr lang="en-US" b="true" sz="2799" u="sng">
                <a:solidFill>
                  <a:srgbClr val="199FD1"/>
                </a:solidFill>
                <a:latin typeface="Open Sans Bold"/>
                <a:ea typeface="Open Sans Bold"/>
                <a:cs typeface="Open Sans Bold"/>
                <a:sym typeface="Open Sans Bold"/>
                <a:hlinkClick r:id="rId17" action="ppaction://hlinksldjump"/>
              </a:rPr>
              <a:t>roductos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261272" y="4443002"/>
            <a:ext cx="29064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</a:t>
            </a:r>
            <a:r>
              <a:rPr lang="en-US" b="true" sz="4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aptop Pro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007459" y="5098322"/>
            <a:ext cx="425184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⭐ 4.5/5 </a:t>
            </a:r>
            <a:r>
              <a:rPr lang="en-US" sz="3200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(248 reseñas)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007459" y="4443002"/>
            <a:ext cx="152233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$1299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217228" y="3460383"/>
            <a:ext cx="5632740" cy="1376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5"/>
              </a:lnSpc>
            </a:pPr>
            <a:r>
              <a:rPr lang="en-US" sz="396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Producto Agregado al Carrito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773289" y="7780276"/>
            <a:ext cx="252062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1F2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Ir al Carrito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3163937" y="5728127"/>
            <a:ext cx="1969443" cy="525260"/>
            <a:chOff x="0" y="0"/>
            <a:chExt cx="2625924" cy="700347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2625924" cy="700347"/>
              <a:chOff x="0" y="0"/>
              <a:chExt cx="633502" cy="168958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633502" cy="168958"/>
              </a:xfrm>
              <a:custGeom>
                <a:avLst/>
                <a:gdLst/>
                <a:ahLst/>
                <a:cxnLst/>
                <a:rect r="r" b="b" t="t" l="l"/>
                <a:pathLst>
                  <a:path h="168958" w="633502">
                    <a:moveTo>
                      <a:pt x="41843" y="0"/>
                    </a:moveTo>
                    <a:lnTo>
                      <a:pt x="591660" y="0"/>
                    </a:lnTo>
                    <a:cubicBezTo>
                      <a:pt x="602757" y="0"/>
                      <a:pt x="613400" y="4408"/>
                      <a:pt x="621247" y="12255"/>
                    </a:cubicBezTo>
                    <a:cubicBezTo>
                      <a:pt x="629094" y="20102"/>
                      <a:pt x="633502" y="30745"/>
                      <a:pt x="633502" y="41843"/>
                    </a:cubicBezTo>
                    <a:lnTo>
                      <a:pt x="633502" y="127116"/>
                    </a:lnTo>
                    <a:cubicBezTo>
                      <a:pt x="633502" y="150225"/>
                      <a:pt x="614769" y="168958"/>
                      <a:pt x="591660" y="168958"/>
                    </a:cubicBezTo>
                    <a:lnTo>
                      <a:pt x="41843" y="168958"/>
                    </a:lnTo>
                    <a:cubicBezTo>
                      <a:pt x="30745" y="168958"/>
                      <a:pt x="20102" y="164550"/>
                      <a:pt x="12255" y="156703"/>
                    </a:cubicBezTo>
                    <a:cubicBezTo>
                      <a:pt x="4408" y="148856"/>
                      <a:pt x="0" y="138213"/>
                      <a:pt x="0" y="127116"/>
                    </a:cubicBezTo>
                    <a:lnTo>
                      <a:pt x="0" y="41843"/>
                    </a:lnTo>
                    <a:cubicBezTo>
                      <a:pt x="0" y="30745"/>
                      <a:pt x="4408" y="20102"/>
                      <a:pt x="12255" y="12255"/>
                    </a:cubicBezTo>
                    <a:cubicBezTo>
                      <a:pt x="20102" y="4408"/>
                      <a:pt x="30745" y="0"/>
                      <a:pt x="41843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633502" cy="2070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581298" y="101465"/>
              <a:ext cx="1463327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Calificar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196394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30"/>
                </a:lnTo>
                <a:lnTo>
                  <a:pt x="0" y="5783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668689" y="1256518"/>
            <a:ext cx="3102516" cy="3262684"/>
          </a:xfrm>
          <a:custGeom>
            <a:avLst/>
            <a:gdLst/>
            <a:ahLst/>
            <a:cxnLst/>
            <a:rect r="r" b="b" t="t" l="l"/>
            <a:pathLst>
              <a:path h="3262684" w="3102516">
                <a:moveTo>
                  <a:pt x="0" y="0"/>
                </a:moveTo>
                <a:lnTo>
                  <a:pt x="3102515" y="0"/>
                </a:lnTo>
                <a:lnTo>
                  <a:pt x="3102515" y="3262684"/>
                </a:lnTo>
                <a:lnTo>
                  <a:pt x="0" y="32626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000063" y="7031919"/>
            <a:ext cx="8394346" cy="753826"/>
            <a:chOff x="0" y="0"/>
            <a:chExt cx="2210857" cy="1985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0857" cy="198538"/>
            </a:xfrm>
            <a:custGeom>
              <a:avLst/>
              <a:gdLst/>
              <a:ahLst/>
              <a:cxnLst/>
              <a:rect r="r" b="b" t="t" l="l"/>
              <a:pathLst>
                <a:path h="198538" w="2210857">
                  <a:moveTo>
                    <a:pt x="11990" y="0"/>
                  </a:moveTo>
                  <a:lnTo>
                    <a:pt x="2198867" y="0"/>
                  </a:lnTo>
                  <a:cubicBezTo>
                    <a:pt x="2202047" y="0"/>
                    <a:pt x="2205096" y="1263"/>
                    <a:pt x="2207345" y="3512"/>
                  </a:cubicBezTo>
                  <a:cubicBezTo>
                    <a:pt x="2209593" y="5760"/>
                    <a:pt x="2210857" y="8810"/>
                    <a:pt x="2210857" y="11990"/>
                  </a:cubicBezTo>
                  <a:lnTo>
                    <a:pt x="2210857" y="186549"/>
                  </a:lnTo>
                  <a:cubicBezTo>
                    <a:pt x="2210857" y="193171"/>
                    <a:pt x="2205489" y="198538"/>
                    <a:pt x="2198867" y="198538"/>
                  </a:cubicBezTo>
                  <a:lnTo>
                    <a:pt x="11990" y="198538"/>
                  </a:lnTo>
                  <a:cubicBezTo>
                    <a:pt x="8810" y="198538"/>
                    <a:pt x="5760" y="197275"/>
                    <a:pt x="3512" y="195027"/>
                  </a:cubicBezTo>
                  <a:cubicBezTo>
                    <a:pt x="1263" y="192778"/>
                    <a:pt x="0" y="189729"/>
                    <a:pt x="0" y="186549"/>
                  </a:cubicBezTo>
                  <a:lnTo>
                    <a:pt x="0" y="11990"/>
                  </a:lnTo>
                  <a:cubicBezTo>
                    <a:pt x="0" y="5368"/>
                    <a:pt x="5368" y="0"/>
                    <a:pt x="11990" y="0"/>
                  </a:cubicBezTo>
                  <a:close/>
                </a:path>
              </a:pathLst>
            </a:custGeom>
            <a:solidFill>
              <a:srgbClr val="18A1D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10857" cy="236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045484" y="8020417"/>
            <a:ext cx="8394346" cy="753826"/>
            <a:chOff x="0" y="0"/>
            <a:chExt cx="11192462" cy="100510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1192462" cy="1005101"/>
              <a:chOff x="0" y="0"/>
              <a:chExt cx="2210857" cy="19853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210857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2210857">
                    <a:moveTo>
                      <a:pt x="11990" y="0"/>
                    </a:moveTo>
                    <a:lnTo>
                      <a:pt x="2198867" y="0"/>
                    </a:lnTo>
                    <a:cubicBezTo>
                      <a:pt x="2202047" y="0"/>
                      <a:pt x="2205096" y="1263"/>
                      <a:pt x="2207345" y="3512"/>
                    </a:cubicBezTo>
                    <a:cubicBezTo>
                      <a:pt x="2209593" y="5760"/>
                      <a:pt x="2210857" y="8810"/>
                      <a:pt x="2210857" y="11990"/>
                    </a:cubicBezTo>
                    <a:lnTo>
                      <a:pt x="2210857" y="186549"/>
                    </a:lnTo>
                    <a:cubicBezTo>
                      <a:pt x="2210857" y="193171"/>
                      <a:pt x="2205489" y="198538"/>
                      <a:pt x="2198867" y="198538"/>
                    </a:cubicBezTo>
                    <a:lnTo>
                      <a:pt x="11990" y="198538"/>
                    </a:lnTo>
                    <a:cubicBezTo>
                      <a:pt x="8810" y="198538"/>
                      <a:pt x="5760" y="197275"/>
                      <a:pt x="3512" y="195027"/>
                    </a:cubicBezTo>
                    <a:cubicBezTo>
                      <a:pt x="1263" y="192778"/>
                      <a:pt x="0" y="189729"/>
                      <a:pt x="0" y="186549"/>
                    </a:cubicBezTo>
                    <a:lnTo>
                      <a:pt x="0" y="11990"/>
                    </a:lnTo>
                    <a:cubicBezTo>
                      <a:pt x="0" y="5368"/>
                      <a:pt x="5368" y="0"/>
                      <a:pt x="11990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210857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477665" y="124937"/>
              <a:ext cx="6237131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F1F2E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Comprar Ahora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045484" y="9002843"/>
            <a:ext cx="8394346" cy="753826"/>
            <a:chOff x="0" y="0"/>
            <a:chExt cx="11192462" cy="100510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1192462" cy="1005101"/>
              <a:chOff x="0" y="0"/>
              <a:chExt cx="2210857" cy="19853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210857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2210857">
                    <a:moveTo>
                      <a:pt x="11990" y="0"/>
                    </a:moveTo>
                    <a:lnTo>
                      <a:pt x="2198867" y="0"/>
                    </a:lnTo>
                    <a:cubicBezTo>
                      <a:pt x="2202047" y="0"/>
                      <a:pt x="2205096" y="1263"/>
                      <a:pt x="2207345" y="3512"/>
                    </a:cubicBezTo>
                    <a:cubicBezTo>
                      <a:pt x="2209593" y="5760"/>
                      <a:pt x="2210857" y="8810"/>
                      <a:pt x="2210857" y="11990"/>
                    </a:cubicBezTo>
                    <a:lnTo>
                      <a:pt x="2210857" y="186549"/>
                    </a:lnTo>
                    <a:cubicBezTo>
                      <a:pt x="2210857" y="193171"/>
                      <a:pt x="2205489" y="198538"/>
                      <a:pt x="2198867" y="198538"/>
                    </a:cubicBezTo>
                    <a:lnTo>
                      <a:pt x="11990" y="198538"/>
                    </a:lnTo>
                    <a:cubicBezTo>
                      <a:pt x="8810" y="198538"/>
                      <a:pt x="5760" y="197275"/>
                      <a:pt x="3512" y="195027"/>
                    </a:cubicBezTo>
                    <a:cubicBezTo>
                      <a:pt x="1263" y="192778"/>
                      <a:pt x="0" y="189729"/>
                      <a:pt x="0" y="186549"/>
                    </a:cubicBezTo>
                    <a:lnTo>
                      <a:pt x="0" y="11990"/>
                    </a:lnTo>
                    <a:cubicBezTo>
                      <a:pt x="0" y="5368"/>
                      <a:pt x="5368" y="0"/>
                      <a:pt x="1199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210857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477665" y="124937"/>
              <a:ext cx="6237131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 Perfil del Vendedor </a:t>
              </a:r>
            </a:p>
          </p:txBody>
        </p:sp>
      </p:grpSp>
      <p:sp>
        <p:nvSpPr>
          <p:cNvPr name="Freeform 22" id="22">
            <a:hlinkClick r:id="rId12" action="ppaction://hlinksldjump"/>
          </p:cNvPr>
          <p:cNvSpPr/>
          <p:nvPr/>
        </p:nvSpPr>
        <p:spPr>
          <a:xfrm flipH="false" flipV="false" rot="0">
            <a:off x="15921419" y="-12890"/>
            <a:ext cx="1014248" cy="858210"/>
          </a:xfrm>
          <a:custGeom>
            <a:avLst/>
            <a:gdLst/>
            <a:ahLst/>
            <a:cxnLst/>
            <a:rect r="r" b="b" t="t" l="l"/>
            <a:pathLst>
              <a:path h="858210" w="1014248">
                <a:moveTo>
                  <a:pt x="0" y="0"/>
                </a:moveTo>
                <a:lnTo>
                  <a:pt x="1014249" y="0"/>
                </a:lnTo>
                <a:lnTo>
                  <a:pt x="1014249" y="858210"/>
                </a:lnTo>
                <a:lnTo>
                  <a:pt x="0" y="85821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0039" t="-6578" r="-1139" b="-12082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5471852" y="2887860"/>
            <a:ext cx="7123493" cy="6015779"/>
            <a:chOff x="0" y="0"/>
            <a:chExt cx="1876146" cy="15844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76146" cy="1584403"/>
            </a:xfrm>
            <a:custGeom>
              <a:avLst/>
              <a:gdLst/>
              <a:ahLst/>
              <a:cxnLst/>
              <a:rect r="r" b="b" t="t" l="l"/>
              <a:pathLst>
                <a:path h="1584403" w="1876146">
                  <a:moveTo>
                    <a:pt x="0" y="0"/>
                  </a:moveTo>
                  <a:lnTo>
                    <a:pt x="1876146" y="0"/>
                  </a:lnTo>
                  <a:lnTo>
                    <a:pt x="1876146" y="1584403"/>
                  </a:lnTo>
                  <a:lnTo>
                    <a:pt x="0" y="158440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876146" cy="1622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25803" y="7680527"/>
            <a:ext cx="3415591" cy="833992"/>
            <a:chOff x="0" y="0"/>
            <a:chExt cx="899579" cy="2196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9579" cy="219652"/>
            </a:xfrm>
            <a:custGeom>
              <a:avLst/>
              <a:gdLst/>
              <a:ahLst/>
              <a:cxnLst/>
              <a:rect r="r" b="b" t="t" l="l"/>
              <a:pathLst>
                <a:path h="219652" w="899579">
                  <a:moveTo>
                    <a:pt x="29466" y="0"/>
                  </a:moveTo>
                  <a:lnTo>
                    <a:pt x="870113" y="0"/>
                  </a:lnTo>
                  <a:cubicBezTo>
                    <a:pt x="886387" y="0"/>
                    <a:pt x="899579" y="13193"/>
                    <a:pt x="899579" y="29466"/>
                  </a:cubicBezTo>
                  <a:lnTo>
                    <a:pt x="899579" y="190186"/>
                  </a:lnTo>
                  <a:cubicBezTo>
                    <a:pt x="899579" y="206460"/>
                    <a:pt x="886387" y="219652"/>
                    <a:pt x="870113" y="219652"/>
                  </a:cubicBezTo>
                  <a:lnTo>
                    <a:pt x="29466" y="219652"/>
                  </a:lnTo>
                  <a:cubicBezTo>
                    <a:pt x="13193" y="219652"/>
                    <a:pt x="0" y="206460"/>
                    <a:pt x="0" y="190186"/>
                  </a:cubicBezTo>
                  <a:lnTo>
                    <a:pt x="0" y="29466"/>
                  </a:lnTo>
                  <a:cubicBezTo>
                    <a:pt x="0" y="13193"/>
                    <a:pt x="13193" y="0"/>
                    <a:pt x="29466" y="0"/>
                  </a:cubicBezTo>
                  <a:close/>
                </a:path>
              </a:pathLst>
            </a:custGeom>
            <a:solidFill>
              <a:srgbClr val="18A1D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99579" cy="257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2090873" y="3154097"/>
            <a:ext cx="226411" cy="221883"/>
          </a:xfrm>
          <a:custGeom>
            <a:avLst/>
            <a:gdLst/>
            <a:ahLst/>
            <a:cxnLst/>
            <a:rect r="r" b="b" t="t" l="l"/>
            <a:pathLst>
              <a:path h="221883" w="226411">
                <a:moveTo>
                  <a:pt x="0" y="0"/>
                </a:moveTo>
                <a:lnTo>
                  <a:pt x="226411" y="0"/>
                </a:lnTo>
                <a:lnTo>
                  <a:pt x="226411" y="221883"/>
                </a:lnTo>
                <a:lnTo>
                  <a:pt x="0" y="22188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7884000" y="4747802"/>
            <a:ext cx="2299198" cy="2236492"/>
          </a:xfrm>
          <a:custGeom>
            <a:avLst/>
            <a:gdLst/>
            <a:ahLst/>
            <a:cxnLst/>
            <a:rect r="r" b="b" t="t" l="l"/>
            <a:pathLst>
              <a:path h="2236492" w="2299198">
                <a:moveTo>
                  <a:pt x="0" y="0"/>
                </a:moveTo>
                <a:lnTo>
                  <a:pt x="2299197" y="0"/>
                </a:lnTo>
                <a:lnTo>
                  <a:pt x="2299197" y="2236492"/>
                </a:lnTo>
                <a:lnTo>
                  <a:pt x="0" y="223649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97651" y="1199368"/>
            <a:ext cx="378023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u="sng">
                <a:solidFill>
                  <a:srgbClr val="199FD1"/>
                </a:solidFill>
                <a:latin typeface="Open Sans Bold"/>
                <a:ea typeface="Open Sans Bold"/>
                <a:cs typeface="Open Sans Bold"/>
                <a:sym typeface="Open Sans Bold"/>
                <a:hlinkClick r:id="rId17" action="ppaction://hlinksldjump"/>
              </a:rPr>
              <a:t>← Volver a p</a:t>
            </a:r>
            <a:r>
              <a:rPr lang="en-US" b="true" sz="2799" u="sng">
                <a:solidFill>
                  <a:srgbClr val="199FD1"/>
                </a:solidFill>
                <a:latin typeface="Open Sans Bold"/>
                <a:ea typeface="Open Sans Bold"/>
                <a:cs typeface="Open Sans Bold"/>
                <a:sym typeface="Open Sans Bold"/>
                <a:hlinkClick r:id="rId17" action="ppaction://hlinksldjump"/>
              </a:rPr>
              <a:t>roductos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261272" y="4443002"/>
            <a:ext cx="29064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</a:t>
            </a:r>
            <a:r>
              <a:rPr lang="en-US" b="true" sz="4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aptop Pro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007459" y="5098322"/>
            <a:ext cx="425184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⭐ 4.5/5 </a:t>
            </a:r>
            <a:r>
              <a:rPr lang="en-US" sz="3200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(248 reseñas)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007459" y="4443002"/>
            <a:ext cx="152233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$1299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217228" y="3460383"/>
            <a:ext cx="5632740" cy="67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5"/>
              </a:lnSpc>
            </a:pPr>
            <a:r>
              <a:rPr lang="en-US" sz="396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Producto Agotado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644879" y="7776220"/>
            <a:ext cx="277744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1F2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Ver similares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3163937" y="5728127"/>
            <a:ext cx="1969443" cy="525260"/>
            <a:chOff x="0" y="0"/>
            <a:chExt cx="2625924" cy="700347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2625924" cy="700347"/>
              <a:chOff x="0" y="0"/>
              <a:chExt cx="633502" cy="168958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633502" cy="168958"/>
              </a:xfrm>
              <a:custGeom>
                <a:avLst/>
                <a:gdLst/>
                <a:ahLst/>
                <a:cxnLst/>
                <a:rect r="r" b="b" t="t" l="l"/>
                <a:pathLst>
                  <a:path h="168958" w="633502">
                    <a:moveTo>
                      <a:pt x="41843" y="0"/>
                    </a:moveTo>
                    <a:lnTo>
                      <a:pt x="591660" y="0"/>
                    </a:lnTo>
                    <a:cubicBezTo>
                      <a:pt x="602757" y="0"/>
                      <a:pt x="613400" y="4408"/>
                      <a:pt x="621247" y="12255"/>
                    </a:cubicBezTo>
                    <a:cubicBezTo>
                      <a:pt x="629094" y="20102"/>
                      <a:pt x="633502" y="30745"/>
                      <a:pt x="633502" y="41843"/>
                    </a:cubicBezTo>
                    <a:lnTo>
                      <a:pt x="633502" y="127116"/>
                    </a:lnTo>
                    <a:cubicBezTo>
                      <a:pt x="633502" y="150225"/>
                      <a:pt x="614769" y="168958"/>
                      <a:pt x="591660" y="168958"/>
                    </a:cubicBezTo>
                    <a:lnTo>
                      <a:pt x="41843" y="168958"/>
                    </a:lnTo>
                    <a:cubicBezTo>
                      <a:pt x="30745" y="168958"/>
                      <a:pt x="20102" y="164550"/>
                      <a:pt x="12255" y="156703"/>
                    </a:cubicBezTo>
                    <a:cubicBezTo>
                      <a:pt x="4408" y="148856"/>
                      <a:pt x="0" y="138213"/>
                      <a:pt x="0" y="127116"/>
                    </a:cubicBezTo>
                    <a:lnTo>
                      <a:pt x="0" y="41843"/>
                    </a:lnTo>
                    <a:cubicBezTo>
                      <a:pt x="0" y="30745"/>
                      <a:pt x="4408" y="20102"/>
                      <a:pt x="12255" y="12255"/>
                    </a:cubicBezTo>
                    <a:cubicBezTo>
                      <a:pt x="20102" y="4408"/>
                      <a:pt x="30745" y="0"/>
                      <a:pt x="41843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633502" cy="2070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581298" y="101465"/>
              <a:ext cx="1463327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Calificar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266991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794147" y="2498792"/>
            <a:ext cx="17111859" cy="1572461"/>
            <a:chOff x="0" y="0"/>
            <a:chExt cx="4506827" cy="4141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06827" cy="414146"/>
            </a:xfrm>
            <a:custGeom>
              <a:avLst/>
              <a:gdLst/>
              <a:ahLst/>
              <a:cxnLst/>
              <a:rect r="r" b="b" t="t" l="l"/>
              <a:pathLst>
                <a:path h="414146" w="4506827">
                  <a:moveTo>
                    <a:pt x="8596" y="0"/>
                  </a:moveTo>
                  <a:lnTo>
                    <a:pt x="4498231" y="0"/>
                  </a:lnTo>
                  <a:cubicBezTo>
                    <a:pt x="4502979" y="0"/>
                    <a:pt x="4506827" y="3849"/>
                    <a:pt x="4506827" y="8596"/>
                  </a:cubicBezTo>
                  <a:lnTo>
                    <a:pt x="4506827" y="405550"/>
                  </a:lnTo>
                  <a:cubicBezTo>
                    <a:pt x="4506827" y="407830"/>
                    <a:pt x="4505921" y="410016"/>
                    <a:pt x="4504310" y="411628"/>
                  </a:cubicBezTo>
                  <a:cubicBezTo>
                    <a:pt x="4502697" y="413241"/>
                    <a:pt x="4500511" y="414146"/>
                    <a:pt x="4498231" y="414146"/>
                  </a:cubicBezTo>
                  <a:lnTo>
                    <a:pt x="8596" y="414146"/>
                  </a:lnTo>
                  <a:cubicBezTo>
                    <a:pt x="6316" y="414146"/>
                    <a:pt x="4130" y="413241"/>
                    <a:pt x="2518" y="411628"/>
                  </a:cubicBezTo>
                  <a:cubicBezTo>
                    <a:pt x="906" y="410016"/>
                    <a:pt x="0" y="407830"/>
                    <a:pt x="0" y="405550"/>
                  </a:cubicBezTo>
                  <a:lnTo>
                    <a:pt x="0" y="8596"/>
                  </a:lnTo>
                  <a:cubicBezTo>
                    <a:pt x="0" y="6316"/>
                    <a:pt x="906" y="4130"/>
                    <a:pt x="2518" y="2518"/>
                  </a:cubicBezTo>
                  <a:cubicBezTo>
                    <a:pt x="4130" y="906"/>
                    <a:pt x="6316" y="0"/>
                    <a:pt x="8596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4506827" cy="385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69350" y="2631548"/>
            <a:ext cx="1242791" cy="1306950"/>
          </a:xfrm>
          <a:custGeom>
            <a:avLst/>
            <a:gdLst/>
            <a:ahLst/>
            <a:cxnLst/>
            <a:rect r="r" b="b" t="t" l="l"/>
            <a:pathLst>
              <a:path h="1306950" w="1242791">
                <a:moveTo>
                  <a:pt x="0" y="0"/>
                </a:moveTo>
                <a:lnTo>
                  <a:pt x="1242790" y="0"/>
                </a:lnTo>
                <a:lnTo>
                  <a:pt x="1242790" y="1306950"/>
                </a:lnTo>
                <a:lnTo>
                  <a:pt x="0" y="13069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928133" y="7761975"/>
            <a:ext cx="13533695" cy="1370749"/>
            <a:chOff x="0" y="0"/>
            <a:chExt cx="1960212" cy="198538"/>
          </a:xfrm>
        </p:grpSpPr>
        <p:sp>
          <p:nvSpPr>
            <p:cNvPr name="Freeform 13" id="13">
              <a:hlinkClick r:id="rId11" action="ppaction://hlinksldjump"/>
            </p:cNvPr>
            <p:cNvSpPr/>
            <p:nvPr/>
          </p:nvSpPr>
          <p:spPr>
            <a:xfrm flipH="false" flipV="false" rot="0">
              <a:off x="0" y="0"/>
              <a:ext cx="1960212" cy="198538"/>
            </a:xfrm>
            <a:custGeom>
              <a:avLst/>
              <a:gdLst/>
              <a:ahLst/>
              <a:cxnLst/>
              <a:rect r="r" b="b" t="t" l="l"/>
              <a:pathLst>
                <a:path h="198538" w="1960212">
                  <a:moveTo>
                    <a:pt x="20594" y="0"/>
                  </a:moveTo>
                  <a:lnTo>
                    <a:pt x="1939619" y="0"/>
                  </a:lnTo>
                  <a:cubicBezTo>
                    <a:pt x="1945080" y="0"/>
                    <a:pt x="1950319" y="2170"/>
                    <a:pt x="1954181" y="6032"/>
                  </a:cubicBezTo>
                  <a:cubicBezTo>
                    <a:pt x="1958043" y="9894"/>
                    <a:pt x="1960212" y="15132"/>
                    <a:pt x="1960212" y="20594"/>
                  </a:cubicBezTo>
                  <a:lnTo>
                    <a:pt x="1960212" y="177945"/>
                  </a:lnTo>
                  <a:cubicBezTo>
                    <a:pt x="1960212" y="189318"/>
                    <a:pt x="1950992" y="198538"/>
                    <a:pt x="1939619" y="198538"/>
                  </a:cubicBezTo>
                  <a:lnTo>
                    <a:pt x="20594" y="198538"/>
                  </a:lnTo>
                  <a:cubicBezTo>
                    <a:pt x="15132" y="198538"/>
                    <a:pt x="9894" y="196369"/>
                    <a:pt x="6032" y="192507"/>
                  </a:cubicBezTo>
                  <a:cubicBezTo>
                    <a:pt x="2170" y="188645"/>
                    <a:pt x="0" y="183407"/>
                    <a:pt x="0" y="177945"/>
                  </a:cubicBezTo>
                  <a:lnTo>
                    <a:pt x="0" y="20594"/>
                  </a:lnTo>
                  <a:cubicBezTo>
                    <a:pt x="0" y="9220"/>
                    <a:pt x="9220" y="0"/>
                    <a:pt x="20594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960212" cy="246163"/>
            </a:xfrm>
            <a:prstGeom prst="rect">
              <a:avLst/>
            </a:prstGeom>
          </p:spPr>
          <p:txBody>
            <a:bodyPr anchor="ctr" rtlCol="false" tIns="92374" lIns="92374" bIns="92374" rIns="92374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4147" y="1367222"/>
            <a:ext cx="281392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 Carrito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28133" y="2821555"/>
            <a:ext cx="193738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</a:t>
            </a: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aptop Pro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28133" y="3295102"/>
            <a:ext cx="195655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echStore MX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38762" y="2978872"/>
            <a:ext cx="2283381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$1299.00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5921419" y="-12890"/>
            <a:ext cx="1014248" cy="858210"/>
          </a:xfrm>
          <a:custGeom>
            <a:avLst/>
            <a:gdLst/>
            <a:ahLst/>
            <a:cxnLst/>
            <a:rect r="r" b="b" t="t" l="l"/>
            <a:pathLst>
              <a:path h="858210" w="1014248">
                <a:moveTo>
                  <a:pt x="0" y="0"/>
                </a:moveTo>
                <a:lnTo>
                  <a:pt x="1014249" y="0"/>
                </a:lnTo>
                <a:lnTo>
                  <a:pt x="1014249" y="858210"/>
                </a:lnTo>
                <a:lnTo>
                  <a:pt x="0" y="8582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0039" t="-6578" r="-1139" b="-12082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6119515" y="3096982"/>
            <a:ext cx="1185386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EF4747"/>
                </a:solidFill>
                <a:latin typeface="Open Sans"/>
                <a:ea typeface="Open Sans"/>
                <a:cs typeface="Open Sans"/>
                <a:sym typeface="Open Sans"/>
              </a:rPr>
              <a:t>QUITAR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6132" y="4766579"/>
            <a:ext cx="172200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Subtotal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101680" y="4688791"/>
            <a:ext cx="116181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$1299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85456" y="8053014"/>
            <a:ext cx="381904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Proceder Pago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6132" y="6221097"/>
            <a:ext cx="1355646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536704" y="6297297"/>
            <a:ext cx="2283381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$1379.00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6132" y="5502277"/>
            <a:ext cx="299216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Gasto de envío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043434" y="5502277"/>
            <a:ext cx="126992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$80.00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266991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921419" y="-12890"/>
            <a:ext cx="1014248" cy="858210"/>
          </a:xfrm>
          <a:custGeom>
            <a:avLst/>
            <a:gdLst/>
            <a:ahLst/>
            <a:cxnLst/>
            <a:rect r="r" b="b" t="t" l="l"/>
            <a:pathLst>
              <a:path h="858210" w="1014248">
                <a:moveTo>
                  <a:pt x="0" y="0"/>
                </a:moveTo>
                <a:lnTo>
                  <a:pt x="1014249" y="0"/>
                </a:lnTo>
                <a:lnTo>
                  <a:pt x="1014249" y="858210"/>
                </a:lnTo>
                <a:lnTo>
                  <a:pt x="0" y="8582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0039" t="-6578" r="-1139" b="-12082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049592" y="9009326"/>
            <a:ext cx="3743655" cy="1058673"/>
            <a:chOff x="0" y="0"/>
            <a:chExt cx="4991540" cy="141156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991540" cy="1411564"/>
              <a:chOff x="0" y="0"/>
              <a:chExt cx="542229" cy="15333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42229" cy="153338"/>
              </a:xfrm>
              <a:custGeom>
                <a:avLst/>
                <a:gdLst/>
                <a:ahLst/>
                <a:cxnLst/>
                <a:rect r="r" b="b" t="t" l="l"/>
                <a:pathLst>
                  <a:path h="153338" w="542229">
                    <a:moveTo>
                      <a:pt x="49632" y="0"/>
                    </a:moveTo>
                    <a:lnTo>
                      <a:pt x="492597" y="0"/>
                    </a:lnTo>
                    <a:cubicBezTo>
                      <a:pt x="520008" y="0"/>
                      <a:pt x="542229" y="22221"/>
                      <a:pt x="542229" y="49632"/>
                    </a:cubicBezTo>
                    <a:lnTo>
                      <a:pt x="542229" y="103705"/>
                    </a:lnTo>
                    <a:cubicBezTo>
                      <a:pt x="542229" y="131116"/>
                      <a:pt x="520008" y="153338"/>
                      <a:pt x="492597" y="153338"/>
                    </a:cubicBezTo>
                    <a:lnTo>
                      <a:pt x="49632" y="153338"/>
                    </a:lnTo>
                    <a:cubicBezTo>
                      <a:pt x="22221" y="153338"/>
                      <a:pt x="0" y="131116"/>
                      <a:pt x="0" y="103705"/>
                    </a:cubicBezTo>
                    <a:lnTo>
                      <a:pt x="0" y="49632"/>
                    </a:lnTo>
                    <a:cubicBezTo>
                      <a:pt x="0" y="22221"/>
                      <a:pt x="22221" y="0"/>
                      <a:pt x="49632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542229" cy="200963"/>
              </a:xfrm>
              <a:prstGeom prst="rect">
                <a:avLst/>
              </a:prstGeom>
            </p:spPr>
            <p:txBody>
              <a:bodyPr anchor="ctr" rtlCol="false" tIns="92374" lIns="92374" bIns="92374" rIns="92374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65048" y="328169"/>
              <a:ext cx="4061444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Pagar Ahora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4383081"/>
            <a:ext cx="16578157" cy="1835362"/>
            <a:chOff x="0" y="0"/>
            <a:chExt cx="4366264" cy="4833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66264" cy="483387"/>
            </a:xfrm>
            <a:custGeom>
              <a:avLst/>
              <a:gdLst/>
              <a:ahLst/>
              <a:cxnLst/>
              <a:rect r="r" b="b" t="t" l="l"/>
              <a:pathLst>
                <a:path h="483387" w="4366264">
                  <a:moveTo>
                    <a:pt x="8873" y="0"/>
                  </a:moveTo>
                  <a:lnTo>
                    <a:pt x="4357391" y="0"/>
                  </a:lnTo>
                  <a:cubicBezTo>
                    <a:pt x="4359744" y="0"/>
                    <a:pt x="4362001" y="935"/>
                    <a:pt x="4363665" y="2599"/>
                  </a:cubicBezTo>
                  <a:cubicBezTo>
                    <a:pt x="4365329" y="4263"/>
                    <a:pt x="4366264" y="6520"/>
                    <a:pt x="4366264" y="8873"/>
                  </a:cubicBezTo>
                  <a:lnTo>
                    <a:pt x="4366264" y="474515"/>
                  </a:lnTo>
                  <a:cubicBezTo>
                    <a:pt x="4366264" y="476868"/>
                    <a:pt x="4365329" y="479125"/>
                    <a:pt x="4363665" y="480789"/>
                  </a:cubicBezTo>
                  <a:cubicBezTo>
                    <a:pt x="4362001" y="482453"/>
                    <a:pt x="4359744" y="483387"/>
                    <a:pt x="4357391" y="483387"/>
                  </a:cubicBezTo>
                  <a:lnTo>
                    <a:pt x="8873" y="483387"/>
                  </a:lnTo>
                  <a:cubicBezTo>
                    <a:pt x="6520" y="483387"/>
                    <a:pt x="4263" y="482453"/>
                    <a:pt x="2599" y="480789"/>
                  </a:cubicBezTo>
                  <a:cubicBezTo>
                    <a:pt x="935" y="479125"/>
                    <a:pt x="0" y="476868"/>
                    <a:pt x="0" y="474515"/>
                  </a:cubicBezTo>
                  <a:lnTo>
                    <a:pt x="0" y="8873"/>
                  </a:lnTo>
                  <a:cubicBezTo>
                    <a:pt x="0" y="6520"/>
                    <a:pt x="935" y="4263"/>
                    <a:pt x="2599" y="2599"/>
                  </a:cubicBezTo>
                  <a:cubicBezTo>
                    <a:pt x="4263" y="935"/>
                    <a:pt x="6520" y="0"/>
                    <a:pt x="8873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4366264" cy="454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6603243"/>
            <a:ext cx="16578157" cy="1572461"/>
            <a:chOff x="0" y="0"/>
            <a:chExt cx="22104210" cy="209661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2104210" cy="2096615"/>
              <a:chOff x="0" y="0"/>
              <a:chExt cx="4366264" cy="41414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366264" cy="414146"/>
              </a:xfrm>
              <a:custGeom>
                <a:avLst/>
                <a:gdLst/>
                <a:ahLst/>
                <a:cxnLst/>
                <a:rect r="r" b="b" t="t" l="l"/>
                <a:pathLst>
                  <a:path h="414146" w="4366264">
                    <a:moveTo>
                      <a:pt x="8873" y="0"/>
                    </a:moveTo>
                    <a:lnTo>
                      <a:pt x="4357391" y="0"/>
                    </a:lnTo>
                    <a:cubicBezTo>
                      <a:pt x="4359744" y="0"/>
                      <a:pt x="4362001" y="935"/>
                      <a:pt x="4363665" y="2599"/>
                    </a:cubicBezTo>
                    <a:cubicBezTo>
                      <a:pt x="4365329" y="4263"/>
                      <a:pt x="4366264" y="6520"/>
                      <a:pt x="4366264" y="8873"/>
                    </a:cubicBezTo>
                    <a:lnTo>
                      <a:pt x="4366264" y="405273"/>
                    </a:lnTo>
                    <a:cubicBezTo>
                      <a:pt x="4366264" y="407627"/>
                      <a:pt x="4365329" y="409883"/>
                      <a:pt x="4363665" y="411547"/>
                    </a:cubicBezTo>
                    <a:cubicBezTo>
                      <a:pt x="4362001" y="413211"/>
                      <a:pt x="4359744" y="414146"/>
                      <a:pt x="4357391" y="414146"/>
                    </a:cubicBezTo>
                    <a:lnTo>
                      <a:pt x="8873" y="414146"/>
                    </a:lnTo>
                    <a:cubicBezTo>
                      <a:pt x="6520" y="414146"/>
                      <a:pt x="4263" y="413211"/>
                      <a:pt x="2599" y="411547"/>
                    </a:cubicBezTo>
                    <a:cubicBezTo>
                      <a:pt x="935" y="409883"/>
                      <a:pt x="0" y="407627"/>
                      <a:pt x="0" y="405273"/>
                    </a:cubicBezTo>
                    <a:lnTo>
                      <a:pt x="0" y="8873"/>
                    </a:lnTo>
                    <a:cubicBezTo>
                      <a:pt x="0" y="6520"/>
                      <a:pt x="935" y="4263"/>
                      <a:pt x="2599" y="2599"/>
                    </a:cubicBezTo>
                    <a:cubicBezTo>
                      <a:pt x="4263" y="935"/>
                      <a:pt x="6520" y="0"/>
                      <a:pt x="8873" y="0"/>
                    </a:cubicBezTo>
                    <a:close/>
                  </a:path>
                </a:pathLst>
              </a:custGeom>
              <a:solidFill>
                <a:srgbClr val="FFFFFF">
                  <a:alpha val="51765"/>
                </a:srgbClr>
              </a:solidFill>
              <a:ln w="47625" cap="sq">
                <a:solidFill>
                  <a:srgbClr val="B4B4B4">
                    <a:alpha val="51765"/>
                  </a:srgbClr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4366264" cy="3855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560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744338" y="177008"/>
              <a:ext cx="1657054" cy="1742600"/>
            </a:xfrm>
            <a:custGeom>
              <a:avLst/>
              <a:gdLst/>
              <a:ahLst/>
              <a:cxnLst/>
              <a:rect r="r" b="b" t="t" l="l"/>
              <a:pathLst>
                <a:path h="1742600" w="1657054">
                  <a:moveTo>
                    <a:pt x="0" y="0"/>
                  </a:moveTo>
                  <a:lnTo>
                    <a:pt x="1657054" y="0"/>
                  </a:lnTo>
                  <a:lnTo>
                    <a:pt x="1657054" y="1742600"/>
                  </a:lnTo>
                  <a:lnTo>
                    <a:pt x="0" y="174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0">
              <a:off x="16392983" y="743874"/>
              <a:ext cx="2057400" cy="737344"/>
              <a:chOff x="0" y="0"/>
              <a:chExt cx="406400" cy="14564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145648"/>
              </a:xfrm>
              <a:custGeom>
                <a:avLst/>
                <a:gdLst/>
                <a:ahLst/>
                <a:cxnLst/>
                <a:rect r="r" b="b" t="t" l="l"/>
                <a:pathLst>
                  <a:path h="145648" w="406400">
                    <a:moveTo>
                      <a:pt x="72824" y="0"/>
                    </a:moveTo>
                    <a:lnTo>
                      <a:pt x="333576" y="0"/>
                    </a:lnTo>
                    <a:cubicBezTo>
                      <a:pt x="373796" y="0"/>
                      <a:pt x="406400" y="32604"/>
                      <a:pt x="406400" y="72824"/>
                    </a:cubicBezTo>
                    <a:lnTo>
                      <a:pt x="406400" y="72824"/>
                    </a:lnTo>
                    <a:cubicBezTo>
                      <a:pt x="406400" y="92138"/>
                      <a:pt x="398727" y="110661"/>
                      <a:pt x="385070" y="124319"/>
                    </a:cubicBezTo>
                    <a:cubicBezTo>
                      <a:pt x="371413" y="137976"/>
                      <a:pt x="352890" y="145648"/>
                      <a:pt x="333576" y="145648"/>
                    </a:cubicBezTo>
                    <a:lnTo>
                      <a:pt x="72824" y="145648"/>
                    </a:lnTo>
                    <a:cubicBezTo>
                      <a:pt x="32604" y="145648"/>
                      <a:pt x="0" y="113044"/>
                      <a:pt x="0" y="72824"/>
                    </a:cubicBezTo>
                    <a:lnTo>
                      <a:pt x="0" y="72824"/>
                    </a:lnTo>
                    <a:cubicBezTo>
                      <a:pt x="0" y="32604"/>
                      <a:pt x="32604" y="0"/>
                      <a:pt x="72824" y="0"/>
                    </a:cubicBezTo>
                    <a:close/>
                  </a:path>
                </a:pathLst>
              </a:custGeom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406400" cy="1837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851514" y="449400"/>
              <a:ext cx="2583180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</a:t>
              </a:r>
              <a:r>
                <a:rPr lang="en-US" b="true" sz="27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aptop Pro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851514" y="1074446"/>
              <a:ext cx="2608739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</a:t>
              </a: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echStore MX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9321304" y="734932"/>
              <a:ext cx="2319496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$1299.00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6847326" y="835686"/>
              <a:ext cx="1148715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+  1  --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8700" y="2024267"/>
            <a:ext cx="16578157" cy="2132977"/>
            <a:chOff x="0" y="0"/>
            <a:chExt cx="22104210" cy="2843969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22104210" cy="2843969"/>
              <a:chOff x="0" y="0"/>
              <a:chExt cx="4366264" cy="56177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366264" cy="561772"/>
              </a:xfrm>
              <a:custGeom>
                <a:avLst/>
                <a:gdLst/>
                <a:ahLst/>
                <a:cxnLst/>
                <a:rect r="r" b="b" t="t" l="l"/>
                <a:pathLst>
                  <a:path h="561772" w="4366264">
                    <a:moveTo>
                      <a:pt x="8873" y="0"/>
                    </a:moveTo>
                    <a:lnTo>
                      <a:pt x="4357391" y="0"/>
                    </a:lnTo>
                    <a:cubicBezTo>
                      <a:pt x="4359744" y="0"/>
                      <a:pt x="4362001" y="935"/>
                      <a:pt x="4363665" y="2599"/>
                    </a:cubicBezTo>
                    <a:cubicBezTo>
                      <a:pt x="4365329" y="4263"/>
                      <a:pt x="4366264" y="6520"/>
                      <a:pt x="4366264" y="8873"/>
                    </a:cubicBezTo>
                    <a:lnTo>
                      <a:pt x="4366264" y="552899"/>
                    </a:lnTo>
                    <a:cubicBezTo>
                      <a:pt x="4366264" y="555252"/>
                      <a:pt x="4365329" y="557509"/>
                      <a:pt x="4363665" y="559173"/>
                    </a:cubicBezTo>
                    <a:cubicBezTo>
                      <a:pt x="4362001" y="560837"/>
                      <a:pt x="4359744" y="561772"/>
                      <a:pt x="4357391" y="561772"/>
                    </a:cubicBezTo>
                    <a:lnTo>
                      <a:pt x="8873" y="561772"/>
                    </a:lnTo>
                    <a:cubicBezTo>
                      <a:pt x="6520" y="561772"/>
                      <a:pt x="4263" y="560837"/>
                      <a:pt x="2599" y="559173"/>
                    </a:cubicBezTo>
                    <a:cubicBezTo>
                      <a:pt x="935" y="557509"/>
                      <a:pt x="0" y="555252"/>
                      <a:pt x="0" y="552899"/>
                    </a:cubicBezTo>
                    <a:lnTo>
                      <a:pt x="0" y="8873"/>
                    </a:lnTo>
                    <a:cubicBezTo>
                      <a:pt x="0" y="6520"/>
                      <a:pt x="935" y="4263"/>
                      <a:pt x="2599" y="2599"/>
                    </a:cubicBezTo>
                    <a:cubicBezTo>
                      <a:pt x="4263" y="935"/>
                      <a:pt x="6520" y="0"/>
                      <a:pt x="8873" y="0"/>
                    </a:cubicBezTo>
                    <a:close/>
                  </a:path>
                </a:pathLst>
              </a:custGeom>
              <a:solidFill>
                <a:srgbClr val="FFFFFF">
                  <a:alpha val="51765"/>
                </a:srgbClr>
              </a:solidFill>
              <a:ln w="47625" cap="sq">
                <a:solidFill>
                  <a:srgbClr val="B4B4B4">
                    <a:alpha val="51765"/>
                  </a:srgbClr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4366264" cy="5331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560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284915" y="337175"/>
              <a:ext cx="422783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Dirección a Entregar 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84915" y="956749"/>
              <a:ext cx="10312400" cy="163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Jesus Lopez +52 8125693387</a:t>
              </a:r>
            </a:p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Calle del rosal 120, Fracc Portal de Santa Cecilia, 66614</a:t>
              </a:r>
            </a:p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Apodaca, NL, México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0831097" y="996754"/>
              <a:ext cx="756386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B4B4B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&gt;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312648" y="5063200"/>
            <a:ext cx="892343" cy="892343"/>
          </a:xfrm>
          <a:custGeom>
            <a:avLst/>
            <a:gdLst/>
            <a:ahLst/>
            <a:cxnLst/>
            <a:rect r="r" b="b" t="t" l="l"/>
            <a:pathLst>
              <a:path h="892343" w="892343">
                <a:moveTo>
                  <a:pt x="0" y="0"/>
                </a:moveTo>
                <a:lnTo>
                  <a:pt x="892344" y="0"/>
                </a:lnTo>
                <a:lnTo>
                  <a:pt x="892344" y="892343"/>
                </a:lnTo>
                <a:lnTo>
                  <a:pt x="0" y="8923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0" y="1158914"/>
            <a:ext cx="736225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14" action="ppaction://hlinksldjump"/>
              </a:rPr>
              <a:t>← Confirmación de Pedido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25953" y="8333908"/>
            <a:ext cx="172200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Subtotal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110815" y="8270954"/>
            <a:ext cx="116181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$1299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25953" y="9466748"/>
            <a:ext cx="10328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818666" y="9530153"/>
            <a:ext cx="173962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$1379.00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25953" y="8900328"/>
            <a:ext cx="299216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Gasto de envío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053517" y="8900328"/>
            <a:ext cx="126992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$80.00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80308" y="4566819"/>
            <a:ext cx="243780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Metodo de Pago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692010" y="4960720"/>
            <a:ext cx="56729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&gt;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592031" y="5292201"/>
            <a:ext cx="273641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454545******5654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266991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921419" y="-12890"/>
            <a:ext cx="1014248" cy="858210"/>
          </a:xfrm>
          <a:custGeom>
            <a:avLst/>
            <a:gdLst/>
            <a:ahLst/>
            <a:cxnLst/>
            <a:rect r="r" b="b" t="t" l="l"/>
            <a:pathLst>
              <a:path h="858210" w="1014248">
                <a:moveTo>
                  <a:pt x="0" y="0"/>
                </a:moveTo>
                <a:lnTo>
                  <a:pt x="1014249" y="0"/>
                </a:lnTo>
                <a:lnTo>
                  <a:pt x="1014249" y="858210"/>
                </a:lnTo>
                <a:lnTo>
                  <a:pt x="0" y="8582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0039" t="-6578" r="-1139" b="-12082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049592" y="9009326"/>
            <a:ext cx="3743655" cy="1058673"/>
            <a:chOff x="0" y="0"/>
            <a:chExt cx="4991540" cy="141156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991540" cy="1411564"/>
              <a:chOff x="0" y="0"/>
              <a:chExt cx="542229" cy="15333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42229" cy="153338"/>
              </a:xfrm>
              <a:custGeom>
                <a:avLst/>
                <a:gdLst/>
                <a:ahLst/>
                <a:cxnLst/>
                <a:rect r="r" b="b" t="t" l="l"/>
                <a:pathLst>
                  <a:path h="153338" w="542229">
                    <a:moveTo>
                      <a:pt x="49632" y="0"/>
                    </a:moveTo>
                    <a:lnTo>
                      <a:pt x="492597" y="0"/>
                    </a:lnTo>
                    <a:cubicBezTo>
                      <a:pt x="520008" y="0"/>
                      <a:pt x="542229" y="22221"/>
                      <a:pt x="542229" y="49632"/>
                    </a:cubicBezTo>
                    <a:lnTo>
                      <a:pt x="542229" y="103705"/>
                    </a:lnTo>
                    <a:cubicBezTo>
                      <a:pt x="542229" y="131116"/>
                      <a:pt x="520008" y="153338"/>
                      <a:pt x="492597" y="153338"/>
                    </a:cubicBezTo>
                    <a:lnTo>
                      <a:pt x="49632" y="153338"/>
                    </a:lnTo>
                    <a:cubicBezTo>
                      <a:pt x="22221" y="153338"/>
                      <a:pt x="0" y="131116"/>
                      <a:pt x="0" y="103705"/>
                    </a:cubicBezTo>
                    <a:lnTo>
                      <a:pt x="0" y="49632"/>
                    </a:lnTo>
                    <a:cubicBezTo>
                      <a:pt x="0" y="22221"/>
                      <a:pt x="22221" y="0"/>
                      <a:pt x="49632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542229" cy="200963"/>
              </a:xfrm>
              <a:prstGeom prst="rect">
                <a:avLst/>
              </a:prstGeom>
            </p:spPr>
            <p:txBody>
              <a:bodyPr anchor="ctr" rtlCol="false" tIns="92374" lIns="92374" bIns="92374" rIns="92374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65048" y="328169"/>
              <a:ext cx="4061444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Pagar Ahora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4383081"/>
            <a:ext cx="16578157" cy="1835362"/>
            <a:chOff x="0" y="0"/>
            <a:chExt cx="4366264" cy="4833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66264" cy="483387"/>
            </a:xfrm>
            <a:custGeom>
              <a:avLst/>
              <a:gdLst/>
              <a:ahLst/>
              <a:cxnLst/>
              <a:rect r="r" b="b" t="t" l="l"/>
              <a:pathLst>
                <a:path h="483387" w="4366264">
                  <a:moveTo>
                    <a:pt x="8873" y="0"/>
                  </a:moveTo>
                  <a:lnTo>
                    <a:pt x="4357391" y="0"/>
                  </a:lnTo>
                  <a:cubicBezTo>
                    <a:pt x="4359744" y="0"/>
                    <a:pt x="4362001" y="935"/>
                    <a:pt x="4363665" y="2599"/>
                  </a:cubicBezTo>
                  <a:cubicBezTo>
                    <a:pt x="4365329" y="4263"/>
                    <a:pt x="4366264" y="6520"/>
                    <a:pt x="4366264" y="8873"/>
                  </a:cubicBezTo>
                  <a:lnTo>
                    <a:pt x="4366264" y="474515"/>
                  </a:lnTo>
                  <a:cubicBezTo>
                    <a:pt x="4366264" y="476868"/>
                    <a:pt x="4365329" y="479125"/>
                    <a:pt x="4363665" y="480789"/>
                  </a:cubicBezTo>
                  <a:cubicBezTo>
                    <a:pt x="4362001" y="482453"/>
                    <a:pt x="4359744" y="483387"/>
                    <a:pt x="4357391" y="483387"/>
                  </a:cubicBezTo>
                  <a:lnTo>
                    <a:pt x="8873" y="483387"/>
                  </a:lnTo>
                  <a:cubicBezTo>
                    <a:pt x="6520" y="483387"/>
                    <a:pt x="4263" y="482453"/>
                    <a:pt x="2599" y="480789"/>
                  </a:cubicBezTo>
                  <a:cubicBezTo>
                    <a:pt x="935" y="479125"/>
                    <a:pt x="0" y="476868"/>
                    <a:pt x="0" y="474515"/>
                  </a:cubicBezTo>
                  <a:lnTo>
                    <a:pt x="0" y="8873"/>
                  </a:lnTo>
                  <a:cubicBezTo>
                    <a:pt x="0" y="6520"/>
                    <a:pt x="935" y="4263"/>
                    <a:pt x="2599" y="2599"/>
                  </a:cubicBezTo>
                  <a:cubicBezTo>
                    <a:pt x="4263" y="935"/>
                    <a:pt x="6520" y="0"/>
                    <a:pt x="8873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4366264" cy="454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6603243"/>
            <a:ext cx="16578157" cy="1572461"/>
            <a:chOff x="0" y="0"/>
            <a:chExt cx="22104210" cy="209661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2104210" cy="2096615"/>
              <a:chOff x="0" y="0"/>
              <a:chExt cx="4366264" cy="41414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366264" cy="414146"/>
              </a:xfrm>
              <a:custGeom>
                <a:avLst/>
                <a:gdLst/>
                <a:ahLst/>
                <a:cxnLst/>
                <a:rect r="r" b="b" t="t" l="l"/>
                <a:pathLst>
                  <a:path h="414146" w="4366264">
                    <a:moveTo>
                      <a:pt x="8873" y="0"/>
                    </a:moveTo>
                    <a:lnTo>
                      <a:pt x="4357391" y="0"/>
                    </a:lnTo>
                    <a:cubicBezTo>
                      <a:pt x="4359744" y="0"/>
                      <a:pt x="4362001" y="935"/>
                      <a:pt x="4363665" y="2599"/>
                    </a:cubicBezTo>
                    <a:cubicBezTo>
                      <a:pt x="4365329" y="4263"/>
                      <a:pt x="4366264" y="6520"/>
                      <a:pt x="4366264" y="8873"/>
                    </a:cubicBezTo>
                    <a:lnTo>
                      <a:pt x="4366264" y="405273"/>
                    </a:lnTo>
                    <a:cubicBezTo>
                      <a:pt x="4366264" y="407627"/>
                      <a:pt x="4365329" y="409883"/>
                      <a:pt x="4363665" y="411547"/>
                    </a:cubicBezTo>
                    <a:cubicBezTo>
                      <a:pt x="4362001" y="413211"/>
                      <a:pt x="4359744" y="414146"/>
                      <a:pt x="4357391" y="414146"/>
                    </a:cubicBezTo>
                    <a:lnTo>
                      <a:pt x="8873" y="414146"/>
                    </a:lnTo>
                    <a:cubicBezTo>
                      <a:pt x="6520" y="414146"/>
                      <a:pt x="4263" y="413211"/>
                      <a:pt x="2599" y="411547"/>
                    </a:cubicBezTo>
                    <a:cubicBezTo>
                      <a:pt x="935" y="409883"/>
                      <a:pt x="0" y="407627"/>
                      <a:pt x="0" y="405273"/>
                    </a:cubicBezTo>
                    <a:lnTo>
                      <a:pt x="0" y="8873"/>
                    </a:lnTo>
                    <a:cubicBezTo>
                      <a:pt x="0" y="6520"/>
                      <a:pt x="935" y="4263"/>
                      <a:pt x="2599" y="2599"/>
                    </a:cubicBezTo>
                    <a:cubicBezTo>
                      <a:pt x="4263" y="935"/>
                      <a:pt x="6520" y="0"/>
                      <a:pt x="8873" y="0"/>
                    </a:cubicBezTo>
                    <a:close/>
                  </a:path>
                </a:pathLst>
              </a:custGeom>
              <a:solidFill>
                <a:srgbClr val="FFFFFF">
                  <a:alpha val="51765"/>
                </a:srgbClr>
              </a:solidFill>
              <a:ln w="47625" cap="sq">
                <a:solidFill>
                  <a:srgbClr val="B4B4B4">
                    <a:alpha val="51765"/>
                  </a:srgbClr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4366264" cy="3855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560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744338" y="177008"/>
              <a:ext cx="1657054" cy="1742600"/>
            </a:xfrm>
            <a:custGeom>
              <a:avLst/>
              <a:gdLst/>
              <a:ahLst/>
              <a:cxnLst/>
              <a:rect r="r" b="b" t="t" l="l"/>
              <a:pathLst>
                <a:path h="1742600" w="1657054">
                  <a:moveTo>
                    <a:pt x="0" y="0"/>
                  </a:moveTo>
                  <a:lnTo>
                    <a:pt x="1657054" y="0"/>
                  </a:lnTo>
                  <a:lnTo>
                    <a:pt x="1657054" y="1742600"/>
                  </a:lnTo>
                  <a:lnTo>
                    <a:pt x="0" y="174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0">
              <a:off x="16392983" y="743874"/>
              <a:ext cx="2057400" cy="737344"/>
              <a:chOff x="0" y="0"/>
              <a:chExt cx="406400" cy="14564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145648"/>
              </a:xfrm>
              <a:custGeom>
                <a:avLst/>
                <a:gdLst/>
                <a:ahLst/>
                <a:cxnLst/>
                <a:rect r="r" b="b" t="t" l="l"/>
                <a:pathLst>
                  <a:path h="145648" w="406400">
                    <a:moveTo>
                      <a:pt x="72824" y="0"/>
                    </a:moveTo>
                    <a:lnTo>
                      <a:pt x="333576" y="0"/>
                    </a:lnTo>
                    <a:cubicBezTo>
                      <a:pt x="373796" y="0"/>
                      <a:pt x="406400" y="32604"/>
                      <a:pt x="406400" y="72824"/>
                    </a:cubicBezTo>
                    <a:lnTo>
                      <a:pt x="406400" y="72824"/>
                    </a:lnTo>
                    <a:cubicBezTo>
                      <a:pt x="406400" y="92138"/>
                      <a:pt x="398727" y="110661"/>
                      <a:pt x="385070" y="124319"/>
                    </a:cubicBezTo>
                    <a:cubicBezTo>
                      <a:pt x="371413" y="137976"/>
                      <a:pt x="352890" y="145648"/>
                      <a:pt x="333576" y="145648"/>
                    </a:cubicBezTo>
                    <a:lnTo>
                      <a:pt x="72824" y="145648"/>
                    </a:lnTo>
                    <a:cubicBezTo>
                      <a:pt x="32604" y="145648"/>
                      <a:pt x="0" y="113044"/>
                      <a:pt x="0" y="72824"/>
                    </a:cubicBezTo>
                    <a:lnTo>
                      <a:pt x="0" y="72824"/>
                    </a:lnTo>
                    <a:cubicBezTo>
                      <a:pt x="0" y="32604"/>
                      <a:pt x="32604" y="0"/>
                      <a:pt x="72824" y="0"/>
                    </a:cubicBezTo>
                    <a:close/>
                  </a:path>
                </a:pathLst>
              </a:custGeom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406400" cy="1837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851514" y="449400"/>
              <a:ext cx="2583180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</a:t>
              </a:r>
              <a:r>
                <a:rPr lang="en-US" b="true" sz="27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aptop Pro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851514" y="1074446"/>
              <a:ext cx="2608739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</a:t>
              </a: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echStore MX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9321304" y="734932"/>
              <a:ext cx="2319496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$1299.00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6847326" y="835686"/>
              <a:ext cx="1148715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+  1  --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8700" y="2024267"/>
            <a:ext cx="16578157" cy="2132977"/>
            <a:chOff x="0" y="0"/>
            <a:chExt cx="22104210" cy="2843969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22104210" cy="2843969"/>
              <a:chOff x="0" y="0"/>
              <a:chExt cx="4366264" cy="56177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366264" cy="561772"/>
              </a:xfrm>
              <a:custGeom>
                <a:avLst/>
                <a:gdLst/>
                <a:ahLst/>
                <a:cxnLst/>
                <a:rect r="r" b="b" t="t" l="l"/>
                <a:pathLst>
                  <a:path h="561772" w="4366264">
                    <a:moveTo>
                      <a:pt x="8873" y="0"/>
                    </a:moveTo>
                    <a:lnTo>
                      <a:pt x="4357391" y="0"/>
                    </a:lnTo>
                    <a:cubicBezTo>
                      <a:pt x="4359744" y="0"/>
                      <a:pt x="4362001" y="935"/>
                      <a:pt x="4363665" y="2599"/>
                    </a:cubicBezTo>
                    <a:cubicBezTo>
                      <a:pt x="4365329" y="4263"/>
                      <a:pt x="4366264" y="6520"/>
                      <a:pt x="4366264" y="8873"/>
                    </a:cubicBezTo>
                    <a:lnTo>
                      <a:pt x="4366264" y="552899"/>
                    </a:lnTo>
                    <a:cubicBezTo>
                      <a:pt x="4366264" y="555252"/>
                      <a:pt x="4365329" y="557509"/>
                      <a:pt x="4363665" y="559173"/>
                    </a:cubicBezTo>
                    <a:cubicBezTo>
                      <a:pt x="4362001" y="560837"/>
                      <a:pt x="4359744" y="561772"/>
                      <a:pt x="4357391" y="561772"/>
                    </a:cubicBezTo>
                    <a:lnTo>
                      <a:pt x="8873" y="561772"/>
                    </a:lnTo>
                    <a:cubicBezTo>
                      <a:pt x="6520" y="561772"/>
                      <a:pt x="4263" y="560837"/>
                      <a:pt x="2599" y="559173"/>
                    </a:cubicBezTo>
                    <a:cubicBezTo>
                      <a:pt x="935" y="557509"/>
                      <a:pt x="0" y="555252"/>
                      <a:pt x="0" y="552899"/>
                    </a:cubicBezTo>
                    <a:lnTo>
                      <a:pt x="0" y="8873"/>
                    </a:lnTo>
                    <a:cubicBezTo>
                      <a:pt x="0" y="6520"/>
                      <a:pt x="935" y="4263"/>
                      <a:pt x="2599" y="2599"/>
                    </a:cubicBezTo>
                    <a:cubicBezTo>
                      <a:pt x="4263" y="935"/>
                      <a:pt x="6520" y="0"/>
                      <a:pt x="8873" y="0"/>
                    </a:cubicBezTo>
                    <a:close/>
                  </a:path>
                </a:pathLst>
              </a:custGeom>
              <a:solidFill>
                <a:srgbClr val="FFFFFF">
                  <a:alpha val="51765"/>
                </a:srgbClr>
              </a:solidFill>
              <a:ln w="47625" cap="sq">
                <a:solidFill>
                  <a:srgbClr val="B4B4B4">
                    <a:alpha val="51765"/>
                  </a:srgbClr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4366264" cy="5331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560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284915" y="337175"/>
              <a:ext cx="422783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Dirección a Entregar 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84915" y="956749"/>
              <a:ext cx="10312400" cy="163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Jesus Lopez +52 8125693387</a:t>
              </a:r>
            </a:p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Calle del rosal 120, Fracc Portal de Santa Cecilia, 66614</a:t>
              </a:r>
            </a:p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Apodaca, NL, México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0831097" y="996754"/>
              <a:ext cx="756386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B4B4B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&gt;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312648" y="5063200"/>
            <a:ext cx="892343" cy="892343"/>
          </a:xfrm>
          <a:custGeom>
            <a:avLst/>
            <a:gdLst/>
            <a:ahLst/>
            <a:cxnLst/>
            <a:rect r="r" b="b" t="t" l="l"/>
            <a:pathLst>
              <a:path h="892343" w="892343">
                <a:moveTo>
                  <a:pt x="0" y="0"/>
                </a:moveTo>
                <a:lnTo>
                  <a:pt x="892344" y="0"/>
                </a:lnTo>
                <a:lnTo>
                  <a:pt x="892344" y="892343"/>
                </a:lnTo>
                <a:lnTo>
                  <a:pt x="0" y="8923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0" y="1158914"/>
            <a:ext cx="736225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14" action="ppaction://hlinksldjump"/>
              </a:rPr>
              <a:t>← Confirmación de Pedido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25953" y="8333908"/>
            <a:ext cx="172200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Subtotal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110815" y="8270954"/>
            <a:ext cx="116181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$1299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25953" y="9466748"/>
            <a:ext cx="10328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818666" y="9530153"/>
            <a:ext cx="173962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$1379.00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25953" y="8900328"/>
            <a:ext cx="299216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Gasto de envío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053517" y="8900328"/>
            <a:ext cx="126992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$80.00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80308" y="4566819"/>
            <a:ext cx="243780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Metodo de Pago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692010" y="4960720"/>
            <a:ext cx="56729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&gt;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592031" y="5292201"/>
            <a:ext cx="273641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454545******5654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5471852" y="2887860"/>
            <a:ext cx="7123493" cy="6015779"/>
            <a:chOff x="0" y="0"/>
            <a:chExt cx="1876146" cy="158440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76146" cy="1584403"/>
            </a:xfrm>
            <a:custGeom>
              <a:avLst/>
              <a:gdLst/>
              <a:ahLst/>
              <a:cxnLst/>
              <a:rect r="r" b="b" t="t" l="l"/>
              <a:pathLst>
                <a:path h="1584403" w="1876146">
                  <a:moveTo>
                    <a:pt x="0" y="0"/>
                  </a:moveTo>
                  <a:lnTo>
                    <a:pt x="1876146" y="0"/>
                  </a:lnTo>
                  <a:lnTo>
                    <a:pt x="1876146" y="1584403"/>
                  </a:lnTo>
                  <a:lnTo>
                    <a:pt x="0" y="158440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876146" cy="1622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325803" y="7680527"/>
            <a:ext cx="3415591" cy="833992"/>
            <a:chOff x="0" y="0"/>
            <a:chExt cx="899579" cy="219652"/>
          </a:xfrm>
        </p:grpSpPr>
        <p:sp>
          <p:nvSpPr>
            <p:cNvPr name="Freeform 52" id="52">
              <a:hlinkClick r:id="rId15" action="ppaction://hlinksldjump"/>
            </p:cNvPr>
            <p:cNvSpPr/>
            <p:nvPr/>
          </p:nvSpPr>
          <p:spPr>
            <a:xfrm flipH="false" flipV="false" rot="0">
              <a:off x="0" y="0"/>
              <a:ext cx="899579" cy="219652"/>
            </a:xfrm>
            <a:custGeom>
              <a:avLst/>
              <a:gdLst/>
              <a:ahLst/>
              <a:cxnLst/>
              <a:rect r="r" b="b" t="t" l="l"/>
              <a:pathLst>
                <a:path h="219652" w="899579">
                  <a:moveTo>
                    <a:pt x="29466" y="0"/>
                  </a:moveTo>
                  <a:lnTo>
                    <a:pt x="870113" y="0"/>
                  </a:lnTo>
                  <a:cubicBezTo>
                    <a:pt x="886387" y="0"/>
                    <a:pt x="899579" y="13193"/>
                    <a:pt x="899579" y="29466"/>
                  </a:cubicBezTo>
                  <a:lnTo>
                    <a:pt x="899579" y="190186"/>
                  </a:lnTo>
                  <a:cubicBezTo>
                    <a:pt x="899579" y="206460"/>
                    <a:pt x="886387" y="219652"/>
                    <a:pt x="870113" y="219652"/>
                  </a:cubicBezTo>
                  <a:lnTo>
                    <a:pt x="29466" y="219652"/>
                  </a:lnTo>
                  <a:cubicBezTo>
                    <a:pt x="13193" y="219652"/>
                    <a:pt x="0" y="206460"/>
                    <a:pt x="0" y="190186"/>
                  </a:cubicBezTo>
                  <a:lnTo>
                    <a:pt x="0" y="29466"/>
                  </a:lnTo>
                  <a:cubicBezTo>
                    <a:pt x="0" y="13193"/>
                    <a:pt x="13193" y="0"/>
                    <a:pt x="29466" y="0"/>
                  </a:cubicBezTo>
                  <a:close/>
                </a:path>
              </a:pathLst>
            </a:custGeom>
            <a:solidFill>
              <a:srgbClr val="18A1D5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99579" cy="257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6217228" y="3460383"/>
            <a:ext cx="5632740" cy="67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5"/>
              </a:lnSpc>
            </a:pPr>
            <a:r>
              <a:rPr lang="en-US" sz="396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Pago Exitoso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644879" y="7776220"/>
            <a:ext cx="277744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F1F2EB"/>
                </a:solidFill>
                <a:latin typeface="Open Sans Bold"/>
                <a:ea typeface="Open Sans Bold"/>
                <a:cs typeface="Open Sans Bold"/>
                <a:sym typeface="Open Sans Bold"/>
                <a:hlinkClick r:id="rId16" action="ppaction://hlinksldjump"/>
              </a:rPr>
              <a:t>Ver Pedido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8015233" y="5155472"/>
            <a:ext cx="2036732" cy="2036732"/>
          </a:xfrm>
          <a:custGeom>
            <a:avLst/>
            <a:gdLst/>
            <a:ahLst/>
            <a:cxnLst/>
            <a:rect r="r" b="b" t="t" l="l"/>
            <a:pathLst>
              <a:path h="2036732" w="2036732">
                <a:moveTo>
                  <a:pt x="0" y="0"/>
                </a:moveTo>
                <a:lnTo>
                  <a:pt x="2036731" y="0"/>
                </a:lnTo>
                <a:lnTo>
                  <a:pt x="2036731" y="2036731"/>
                </a:lnTo>
                <a:lnTo>
                  <a:pt x="0" y="203673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266991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921419" y="-12890"/>
            <a:ext cx="1014248" cy="858210"/>
          </a:xfrm>
          <a:custGeom>
            <a:avLst/>
            <a:gdLst/>
            <a:ahLst/>
            <a:cxnLst/>
            <a:rect r="r" b="b" t="t" l="l"/>
            <a:pathLst>
              <a:path h="858210" w="1014248">
                <a:moveTo>
                  <a:pt x="0" y="0"/>
                </a:moveTo>
                <a:lnTo>
                  <a:pt x="1014249" y="0"/>
                </a:lnTo>
                <a:lnTo>
                  <a:pt x="1014249" y="858210"/>
                </a:lnTo>
                <a:lnTo>
                  <a:pt x="0" y="8582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0039" t="-6578" r="-1139" b="-12082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049592" y="9009326"/>
            <a:ext cx="3743655" cy="1058673"/>
            <a:chOff x="0" y="0"/>
            <a:chExt cx="4991540" cy="141156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991540" cy="1411564"/>
              <a:chOff x="0" y="0"/>
              <a:chExt cx="542229" cy="15333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42229" cy="153338"/>
              </a:xfrm>
              <a:custGeom>
                <a:avLst/>
                <a:gdLst/>
                <a:ahLst/>
                <a:cxnLst/>
                <a:rect r="r" b="b" t="t" l="l"/>
                <a:pathLst>
                  <a:path h="153338" w="542229">
                    <a:moveTo>
                      <a:pt x="49632" y="0"/>
                    </a:moveTo>
                    <a:lnTo>
                      <a:pt x="492597" y="0"/>
                    </a:lnTo>
                    <a:cubicBezTo>
                      <a:pt x="520008" y="0"/>
                      <a:pt x="542229" y="22221"/>
                      <a:pt x="542229" y="49632"/>
                    </a:cubicBezTo>
                    <a:lnTo>
                      <a:pt x="542229" y="103705"/>
                    </a:lnTo>
                    <a:cubicBezTo>
                      <a:pt x="542229" y="131116"/>
                      <a:pt x="520008" y="153338"/>
                      <a:pt x="492597" y="153338"/>
                    </a:cubicBezTo>
                    <a:lnTo>
                      <a:pt x="49632" y="153338"/>
                    </a:lnTo>
                    <a:cubicBezTo>
                      <a:pt x="22221" y="153338"/>
                      <a:pt x="0" y="131116"/>
                      <a:pt x="0" y="103705"/>
                    </a:cubicBezTo>
                    <a:lnTo>
                      <a:pt x="0" y="49632"/>
                    </a:lnTo>
                    <a:cubicBezTo>
                      <a:pt x="0" y="22221"/>
                      <a:pt x="22221" y="0"/>
                      <a:pt x="49632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542229" cy="200963"/>
              </a:xfrm>
              <a:prstGeom prst="rect">
                <a:avLst/>
              </a:prstGeom>
            </p:spPr>
            <p:txBody>
              <a:bodyPr anchor="ctr" rtlCol="false" tIns="92374" lIns="92374" bIns="92374" rIns="92374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65048" y="328169"/>
              <a:ext cx="4061444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Pagar Ahora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4383081"/>
            <a:ext cx="16578157" cy="1835362"/>
            <a:chOff x="0" y="0"/>
            <a:chExt cx="4366264" cy="4833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66264" cy="483387"/>
            </a:xfrm>
            <a:custGeom>
              <a:avLst/>
              <a:gdLst/>
              <a:ahLst/>
              <a:cxnLst/>
              <a:rect r="r" b="b" t="t" l="l"/>
              <a:pathLst>
                <a:path h="483387" w="4366264">
                  <a:moveTo>
                    <a:pt x="8873" y="0"/>
                  </a:moveTo>
                  <a:lnTo>
                    <a:pt x="4357391" y="0"/>
                  </a:lnTo>
                  <a:cubicBezTo>
                    <a:pt x="4359744" y="0"/>
                    <a:pt x="4362001" y="935"/>
                    <a:pt x="4363665" y="2599"/>
                  </a:cubicBezTo>
                  <a:cubicBezTo>
                    <a:pt x="4365329" y="4263"/>
                    <a:pt x="4366264" y="6520"/>
                    <a:pt x="4366264" y="8873"/>
                  </a:cubicBezTo>
                  <a:lnTo>
                    <a:pt x="4366264" y="474515"/>
                  </a:lnTo>
                  <a:cubicBezTo>
                    <a:pt x="4366264" y="476868"/>
                    <a:pt x="4365329" y="479125"/>
                    <a:pt x="4363665" y="480789"/>
                  </a:cubicBezTo>
                  <a:cubicBezTo>
                    <a:pt x="4362001" y="482453"/>
                    <a:pt x="4359744" y="483387"/>
                    <a:pt x="4357391" y="483387"/>
                  </a:cubicBezTo>
                  <a:lnTo>
                    <a:pt x="8873" y="483387"/>
                  </a:lnTo>
                  <a:cubicBezTo>
                    <a:pt x="6520" y="483387"/>
                    <a:pt x="4263" y="482453"/>
                    <a:pt x="2599" y="480789"/>
                  </a:cubicBezTo>
                  <a:cubicBezTo>
                    <a:pt x="935" y="479125"/>
                    <a:pt x="0" y="476868"/>
                    <a:pt x="0" y="474515"/>
                  </a:cubicBezTo>
                  <a:lnTo>
                    <a:pt x="0" y="8873"/>
                  </a:lnTo>
                  <a:cubicBezTo>
                    <a:pt x="0" y="6520"/>
                    <a:pt x="935" y="4263"/>
                    <a:pt x="2599" y="2599"/>
                  </a:cubicBezTo>
                  <a:cubicBezTo>
                    <a:pt x="4263" y="935"/>
                    <a:pt x="6520" y="0"/>
                    <a:pt x="8873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4366264" cy="454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6603243"/>
            <a:ext cx="16578157" cy="1572461"/>
            <a:chOff x="0" y="0"/>
            <a:chExt cx="22104210" cy="209661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2104210" cy="2096615"/>
              <a:chOff x="0" y="0"/>
              <a:chExt cx="4366264" cy="41414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366264" cy="414146"/>
              </a:xfrm>
              <a:custGeom>
                <a:avLst/>
                <a:gdLst/>
                <a:ahLst/>
                <a:cxnLst/>
                <a:rect r="r" b="b" t="t" l="l"/>
                <a:pathLst>
                  <a:path h="414146" w="4366264">
                    <a:moveTo>
                      <a:pt x="8873" y="0"/>
                    </a:moveTo>
                    <a:lnTo>
                      <a:pt x="4357391" y="0"/>
                    </a:lnTo>
                    <a:cubicBezTo>
                      <a:pt x="4359744" y="0"/>
                      <a:pt x="4362001" y="935"/>
                      <a:pt x="4363665" y="2599"/>
                    </a:cubicBezTo>
                    <a:cubicBezTo>
                      <a:pt x="4365329" y="4263"/>
                      <a:pt x="4366264" y="6520"/>
                      <a:pt x="4366264" y="8873"/>
                    </a:cubicBezTo>
                    <a:lnTo>
                      <a:pt x="4366264" y="405273"/>
                    </a:lnTo>
                    <a:cubicBezTo>
                      <a:pt x="4366264" y="407627"/>
                      <a:pt x="4365329" y="409883"/>
                      <a:pt x="4363665" y="411547"/>
                    </a:cubicBezTo>
                    <a:cubicBezTo>
                      <a:pt x="4362001" y="413211"/>
                      <a:pt x="4359744" y="414146"/>
                      <a:pt x="4357391" y="414146"/>
                    </a:cubicBezTo>
                    <a:lnTo>
                      <a:pt x="8873" y="414146"/>
                    </a:lnTo>
                    <a:cubicBezTo>
                      <a:pt x="6520" y="414146"/>
                      <a:pt x="4263" y="413211"/>
                      <a:pt x="2599" y="411547"/>
                    </a:cubicBezTo>
                    <a:cubicBezTo>
                      <a:pt x="935" y="409883"/>
                      <a:pt x="0" y="407627"/>
                      <a:pt x="0" y="405273"/>
                    </a:cubicBezTo>
                    <a:lnTo>
                      <a:pt x="0" y="8873"/>
                    </a:lnTo>
                    <a:cubicBezTo>
                      <a:pt x="0" y="6520"/>
                      <a:pt x="935" y="4263"/>
                      <a:pt x="2599" y="2599"/>
                    </a:cubicBezTo>
                    <a:cubicBezTo>
                      <a:pt x="4263" y="935"/>
                      <a:pt x="6520" y="0"/>
                      <a:pt x="8873" y="0"/>
                    </a:cubicBezTo>
                    <a:close/>
                  </a:path>
                </a:pathLst>
              </a:custGeom>
              <a:solidFill>
                <a:srgbClr val="FFFFFF">
                  <a:alpha val="51765"/>
                </a:srgbClr>
              </a:solidFill>
              <a:ln w="47625" cap="sq">
                <a:solidFill>
                  <a:srgbClr val="B4B4B4">
                    <a:alpha val="51765"/>
                  </a:srgbClr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4366264" cy="3855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560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744338" y="177008"/>
              <a:ext cx="1657054" cy="1742600"/>
            </a:xfrm>
            <a:custGeom>
              <a:avLst/>
              <a:gdLst/>
              <a:ahLst/>
              <a:cxnLst/>
              <a:rect r="r" b="b" t="t" l="l"/>
              <a:pathLst>
                <a:path h="1742600" w="1657054">
                  <a:moveTo>
                    <a:pt x="0" y="0"/>
                  </a:moveTo>
                  <a:lnTo>
                    <a:pt x="1657054" y="0"/>
                  </a:lnTo>
                  <a:lnTo>
                    <a:pt x="1657054" y="1742600"/>
                  </a:lnTo>
                  <a:lnTo>
                    <a:pt x="0" y="174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0">
              <a:off x="16392983" y="743874"/>
              <a:ext cx="2057400" cy="737344"/>
              <a:chOff x="0" y="0"/>
              <a:chExt cx="406400" cy="14564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145648"/>
              </a:xfrm>
              <a:custGeom>
                <a:avLst/>
                <a:gdLst/>
                <a:ahLst/>
                <a:cxnLst/>
                <a:rect r="r" b="b" t="t" l="l"/>
                <a:pathLst>
                  <a:path h="145648" w="406400">
                    <a:moveTo>
                      <a:pt x="72824" y="0"/>
                    </a:moveTo>
                    <a:lnTo>
                      <a:pt x="333576" y="0"/>
                    </a:lnTo>
                    <a:cubicBezTo>
                      <a:pt x="373796" y="0"/>
                      <a:pt x="406400" y="32604"/>
                      <a:pt x="406400" y="72824"/>
                    </a:cubicBezTo>
                    <a:lnTo>
                      <a:pt x="406400" y="72824"/>
                    </a:lnTo>
                    <a:cubicBezTo>
                      <a:pt x="406400" y="92138"/>
                      <a:pt x="398727" y="110661"/>
                      <a:pt x="385070" y="124319"/>
                    </a:cubicBezTo>
                    <a:cubicBezTo>
                      <a:pt x="371413" y="137976"/>
                      <a:pt x="352890" y="145648"/>
                      <a:pt x="333576" y="145648"/>
                    </a:cubicBezTo>
                    <a:lnTo>
                      <a:pt x="72824" y="145648"/>
                    </a:lnTo>
                    <a:cubicBezTo>
                      <a:pt x="32604" y="145648"/>
                      <a:pt x="0" y="113044"/>
                      <a:pt x="0" y="72824"/>
                    </a:cubicBezTo>
                    <a:lnTo>
                      <a:pt x="0" y="72824"/>
                    </a:lnTo>
                    <a:cubicBezTo>
                      <a:pt x="0" y="32604"/>
                      <a:pt x="32604" y="0"/>
                      <a:pt x="72824" y="0"/>
                    </a:cubicBezTo>
                    <a:close/>
                  </a:path>
                </a:pathLst>
              </a:custGeom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406400" cy="1837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851514" y="449400"/>
              <a:ext cx="2583180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</a:t>
              </a:r>
              <a:r>
                <a:rPr lang="en-US" b="true" sz="27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aptop Pro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851514" y="1074446"/>
              <a:ext cx="2608739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</a:t>
              </a: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echStore MX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9321304" y="734932"/>
              <a:ext cx="2319496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$1299.00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6847326" y="835686"/>
              <a:ext cx="1148715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+  1  --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8700" y="2024267"/>
            <a:ext cx="16578157" cy="2132977"/>
            <a:chOff x="0" y="0"/>
            <a:chExt cx="22104210" cy="2843969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22104210" cy="2843969"/>
              <a:chOff x="0" y="0"/>
              <a:chExt cx="4366264" cy="56177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366264" cy="561772"/>
              </a:xfrm>
              <a:custGeom>
                <a:avLst/>
                <a:gdLst/>
                <a:ahLst/>
                <a:cxnLst/>
                <a:rect r="r" b="b" t="t" l="l"/>
                <a:pathLst>
                  <a:path h="561772" w="4366264">
                    <a:moveTo>
                      <a:pt x="8873" y="0"/>
                    </a:moveTo>
                    <a:lnTo>
                      <a:pt x="4357391" y="0"/>
                    </a:lnTo>
                    <a:cubicBezTo>
                      <a:pt x="4359744" y="0"/>
                      <a:pt x="4362001" y="935"/>
                      <a:pt x="4363665" y="2599"/>
                    </a:cubicBezTo>
                    <a:cubicBezTo>
                      <a:pt x="4365329" y="4263"/>
                      <a:pt x="4366264" y="6520"/>
                      <a:pt x="4366264" y="8873"/>
                    </a:cubicBezTo>
                    <a:lnTo>
                      <a:pt x="4366264" y="552899"/>
                    </a:lnTo>
                    <a:cubicBezTo>
                      <a:pt x="4366264" y="555252"/>
                      <a:pt x="4365329" y="557509"/>
                      <a:pt x="4363665" y="559173"/>
                    </a:cubicBezTo>
                    <a:cubicBezTo>
                      <a:pt x="4362001" y="560837"/>
                      <a:pt x="4359744" y="561772"/>
                      <a:pt x="4357391" y="561772"/>
                    </a:cubicBezTo>
                    <a:lnTo>
                      <a:pt x="8873" y="561772"/>
                    </a:lnTo>
                    <a:cubicBezTo>
                      <a:pt x="6520" y="561772"/>
                      <a:pt x="4263" y="560837"/>
                      <a:pt x="2599" y="559173"/>
                    </a:cubicBezTo>
                    <a:cubicBezTo>
                      <a:pt x="935" y="557509"/>
                      <a:pt x="0" y="555252"/>
                      <a:pt x="0" y="552899"/>
                    </a:cubicBezTo>
                    <a:lnTo>
                      <a:pt x="0" y="8873"/>
                    </a:lnTo>
                    <a:cubicBezTo>
                      <a:pt x="0" y="6520"/>
                      <a:pt x="935" y="4263"/>
                      <a:pt x="2599" y="2599"/>
                    </a:cubicBezTo>
                    <a:cubicBezTo>
                      <a:pt x="4263" y="935"/>
                      <a:pt x="6520" y="0"/>
                      <a:pt x="8873" y="0"/>
                    </a:cubicBezTo>
                    <a:close/>
                  </a:path>
                </a:pathLst>
              </a:custGeom>
              <a:solidFill>
                <a:srgbClr val="FFFFFF">
                  <a:alpha val="51765"/>
                </a:srgbClr>
              </a:solidFill>
              <a:ln w="47625" cap="sq">
                <a:solidFill>
                  <a:srgbClr val="B4B4B4">
                    <a:alpha val="51765"/>
                  </a:srgbClr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28575"/>
                <a:ext cx="4366264" cy="5331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560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284915" y="337175"/>
              <a:ext cx="422783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Dirección a Entregar 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84915" y="956749"/>
              <a:ext cx="10312400" cy="163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Jesus Lopez +52 8125693387</a:t>
              </a:r>
            </a:p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Calle del rosal 120, Fracc Portal de Santa Cecilia, 66614</a:t>
              </a:r>
            </a:p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Apodaca, NL, México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0831097" y="996754"/>
              <a:ext cx="756386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B4B4B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&gt;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312648" y="5063200"/>
            <a:ext cx="892343" cy="892343"/>
          </a:xfrm>
          <a:custGeom>
            <a:avLst/>
            <a:gdLst/>
            <a:ahLst/>
            <a:cxnLst/>
            <a:rect r="r" b="b" t="t" l="l"/>
            <a:pathLst>
              <a:path h="892343" w="892343">
                <a:moveTo>
                  <a:pt x="0" y="0"/>
                </a:moveTo>
                <a:lnTo>
                  <a:pt x="892344" y="0"/>
                </a:lnTo>
                <a:lnTo>
                  <a:pt x="892344" y="892343"/>
                </a:lnTo>
                <a:lnTo>
                  <a:pt x="0" y="8923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0" y="1158914"/>
            <a:ext cx="736225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14" action="ppaction://hlinksldjump"/>
              </a:rPr>
              <a:t>← Confirmación de Pedido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25953" y="8333908"/>
            <a:ext cx="172200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Subtotal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110815" y="8270954"/>
            <a:ext cx="116181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$1299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25953" y="9466748"/>
            <a:ext cx="10328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818666" y="9530153"/>
            <a:ext cx="173962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$1379.00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25953" y="8900328"/>
            <a:ext cx="299216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Gasto de envío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053517" y="8900328"/>
            <a:ext cx="126992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$80.00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80308" y="4566819"/>
            <a:ext cx="243780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Metodo de Pago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692010" y="4960720"/>
            <a:ext cx="56729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&gt;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592031" y="5292201"/>
            <a:ext cx="273641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454545******5654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5471852" y="2887860"/>
            <a:ext cx="7123493" cy="6015779"/>
            <a:chOff x="0" y="0"/>
            <a:chExt cx="1876146" cy="158440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76146" cy="1584403"/>
            </a:xfrm>
            <a:custGeom>
              <a:avLst/>
              <a:gdLst/>
              <a:ahLst/>
              <a:cxnLst/>
              <a:rect r="r" b="b" t="t" l="l"/>
              <a:pathLst>
                <a:path h="1584403" w="1876146">
                  <a:moveTo>
                    <a:pt x="0" y="0"/>
                  </a:moveTo>
                  <a:lnTo>
                    <a:pt x="1876146" y="0"/>
                  </a:lnTo>
                  <a:lnTo>
                    <a:pt x="1876146" y="1584403"/>
                  </a:lnTo>
                  <a:lnTo>
                    <a:pt x="0" y="158440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876146" cy="1622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123389" y="7389473"/>
            <a:ext cx="4041222" cy="833992"/>
            <a:chOff x="0" y="0"/>
            <a:chExt cx="1064355" cy="2196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64355" cy="219652"/>
            </a:xfrm>
            <a:custGeom>
              <a:avLst/>
              <a:gdLst/>
              <a:ahLst/>
              <a:cxnLst/>
              <a:rect r="r" b="b" t="t" l="l"/>
              <a:pathLst>
                <a:path h="219652" w="1064355">
                  <a:moveTo>
                    <a:pt x="24905" y="0"/>
                  </a:moveTo>
                  <a:lnTo>
                    <a:pt x="1039450" y="0"/>
                  </a:lnTo>
                  <a:cubicBezTo>
                    <a:pt x="1053205" y="0"/>
                    <a:pt x="1064355" y="11150"/>
                    <a:pt x="1064355" y="24905"/>
                  </a:cubicBezTo>
                  <a:lnTo>
                    <a:pt x="1064355" y="194748"/>
                  </a:lnTo>
                  <a:cubicBezTo>
                    <a:pt x="1064355" y="208502"/>
                    <a:pt x="1053205" y="219652"/>
                    <a:pt x="1039450" y="219652"/>
                  </a:cubicBezTo>
                  <a:lnTo>
                    <a:pt x="24905" y="219652"/>
                  </a:lnTo>
                  <a:cubicBezTo>
                    <a:pt x="11150" y="219652"/>
                    <a:pt x="0" y="208502"/>
                    <a:pt x="0" y="194748"/>
                  </a:cubicBezTo>
                  <a:lnTo>
                    <a:pt x="0" y="24905"/>
                  </a:lnTo>
                  <a:cubicBezTo>
                    <a:pt x="0" y="11150"/>
                    <a:pt x="11150" y="0"/>
                    <a:pt x="24905" y="0"/>
                  </a:cubicBezTo>
                  <a:close/>
                </a:path>
              </a:pathLst>
            </a:custGeom>
            <a:solidFill>
              <a:srgbClr val="18A1D5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064355" cy="257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6217228" y="3460383"/>
            <a:ext cx="5632740" cy="67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5"/>
              </a:lnSpc>
            </a:pPr>
            <a:r>
              <a:rPr lang="en-US" sz="396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Pago Fallido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212733" y="7499205"/>
            <a:ext cx="380526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1F2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Intentar de nuevo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7884000" y="4747802"/>
            <a:ext cx="2299198" cy="2236492"/>
          </a:xfrm>
          <a:custGeom>
            <a:avLst/>
            <a:gdLst/>
            <a:ahLst/>
            <a:cxnLst/>
            <a:rect r="r" b="b" t="t" l="l"/>
            <a:pathLst>
              <a:path h="2236492" w="2299198">
                <a:moveTo>
                  <a:pt x="0" y="0"/>
                </a:moveTo>
                <a:lnTo>
                  <a:pt x="2299197" y="0"/>
                </a:lnTo>
                <a:lnTo>
                  <a:pt x="2299197" y="2236492"/>
                </a:lnTo>
                <a:lnTo>
                  <a:pt x="0" y="223649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58875" y="169033"/>
            <a:ext cx="631336" cy="605690"/>
          </a:xfrm>
          <a:custGeom>
            <a:avLst/>
            <a:gdLst/>
            <a:ahLst/>
            <a:cxnLst/>
            <a:rect r="r" b="b" t="t" l="l"/>
            <a:pathLst>
              <a:path h="605690" w="631336">
                <a:moveTo>
                  <a:pt x="0" y="0"/>
                </a:moveTo>
                <a:lnTo>
                  <a:pt x="631336" y="0"/>
                </a:lnTo>
                <a:lnTo>
                  <a:pt x="631336" y="605691"/>
                </a:lnTo>
                <a:lnTo>
                  <a:pt x="0" y="6056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142848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0" y="1028700"/>
            <a:ext cx="18288000" cy="1731837"/>
            <a:chOff x="0" y="0"/>
            <a:chExt cx="4816593" cy="4561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456122"/>
            </a:xfrm>
            <a:custGeom>
              <a:avLst/>
              <a:gdLst/>
              <a:ahLst/>
              <a:cxnLst/>
              <a:rect r="r" b="b" t="t" l="l"/>
              <a:pathLst>
                <a:path h="45612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6122"/>
                  </a:lnTo>
                  <a:lnTo>
                    <a:pt x="0" y="456122"/>
                  </a:lnTo>
                  <a:close/>
                </a:path>
              </a:pathLst>
            </a:custGeom>
            <a:solidFill>
              <a:srgbClr val="FFFFFF">
                <a:alpha val="4706"/>
              </a:srgbClr>
            </a:solidFill>
            <a:ln w="38100" cap="sq">
              <a:solidFill>
                <a:srgbClr val="000000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816593" cy="513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39238" y="4274503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805379" y="3069021"/>
            <a:ext cx="4966888" cy="5889518"/>
            <a:chOff x="0" y="0"/>
            <a:chExt cx="1308151" cy="15511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8151" cy="1551149"/>
            </a:xfrm>
            <a:custGeom>
              <a:avLst/>
              <a:gdLst/>
              <a:ahLst/>
              <a:cxnLst/>
              <a:rect r="r" b="b" t="t" l="l"/>
              <a:pathLst>
                <a:path h="1551149" w="1308151">
                  <a:moveTo>
                    <a:pt x="29615" y="0"/>
                  </a:moveTo>
                  <a:lnTo>
                    <a:pt x="1278536" y="0"/>
                  </a:lnTo>
                  <a:cubicBezTo>
                    <a:pt x="1286391" y="0"/>
                    <a:pt x="1293923" y="3120"/>
                    <a:pt x="1299477" y="8674"/>
                  </a:cubicBezTo>
                  <a:cubicBezTo>
                    <a:pt x="1305031" y="14228"/>
                    <a:pt x="1308151" y="21761"/>
                    <a:pt x="1308151" y="29615"/>
                  </a:cubicBezTo>
                  <a:lnTo>
                    <a:pt x="1308151" y="1521533"/>
                  </a:lnTo>
                  <a:cubicBezTo>
                    <a:pt x="1308151" y="1537889"/>
                    <a:pt x="1294892" y="1551149"/>
                    <a:pt x="1278536" y="1551149"/>
                  </a:cubicBezTo>
                  <a:lnTo>
                    <a:pt x="29615" y="1551149"/>
                  </a:lnTo>
                  <a:cubicBezTo>
                    <a:pt x="21761" y="1551149"/>
                    <a:pt x="14228" y="1548029"/>
                    <a:pt x="8674" y="1542475"/>
                  </a:cubicBezTo>
                  <a:cubicBezTo>
                    <a:pt x="3120" y="1536921"/>
                    <a:pt x="0" y="1529388"/>
                    <a:pt x="0" y="1521533"/>
                  </a:cubicBezTo>
                  <a:lnTo>
                    <a:pt x="0" y="29615"/>
                  </a:lnTo>
                  <a:cubicBezTo>
                    <a:pt x="0" y="13259"/>
                    <a:pt x="13259" y="0"/>
                    <a:pt x="29615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1308151" cy="1522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243845" y="3657467"/>
            <a:ext cx="2034040" cy="2139048"/>
          </a:xfrm>
          <a:custGeom>
            <a:avLst/>
            <a:gdLst/>
            <a:ahLst/>
            <a:cxnLst/>
            <a:rect r="r" b="b" t="t" l="l"/>
            <a:pathLst>
              <a:path h="2139048" w="2034040">
                <a:moveTo>
                  <a:pt x="0" y="0"/>
                </a:moveTo>
                <a:lnTo>
                  <a:pt x="2034040" y="0"/>
                </a:lnTo>
                <a:lnTo>
                  <a:pt x="2034040" y="2139049"/>
                </a:lnTo>
                <a:lnTo>
                  <a:pt x="0" y="21390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927936" y="7759737"/>
            <a:ext cx="2665858" cy="753826"/>
            <a:chOff x="0" y="0"/>
            <a:chExt cx="3554478" cy="100510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3554478" cy="1005101"/>
              <a:chOff x="0" y="0"/>
              <a:chExt cx="702119" cy="19853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02119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702119">
                    <a:moveTo>
                      <a:pt x="37753" y="0"/>
                    </a:moveTo>
                    <a:lnTo>
                      <a:pt x="664366" y="0"/>
                    </a:lnTo>
                    <a:cubicBezTo>
                      <a:pt x="674379" y="0"/>
                      <a:pt x="683981" y="3978"/>
                      <a:pt x="691061" y="11058"/>
                    </a:cubicBezTo>
                    <a:cubicBezTo>
                      <a:pt x="698141" y="18138"/>
                      <a:pt x="702119" y="27741"/>
                      <a:pt x="702119" y="37753"/>
                    </a:cubicBezTo>
                    <a:lnTo>
                      <a:pt x="702119" y="160785"/>
                    </a:lnTo>
                    <a:cubicBezTo>
                      <a:pt x="702119" y="170798"/>
                      <a:pt x="698141" y="180401"/>
                      <a:pt x="691061" y="187481"/>
                    </a:cubicBezTo>
                    <a:cubicBezTo>
                      <a:pt x="683981" y="194561"/>
                      <a:pt x="674379" y="198538"/>
                      <a:pt x="664366" y="198538"/>
                    </a:cubicBezTo>
                    <a:lnTo>
                      <a:pt x="37753" y="198538"/>
                    </a:lnTo>
                    <a:cubicBezTo>
                      <a:pt x="27741" y="198538"/>
                      <a:pt x="18138" y="194561"/>
                      <a:pt x="11058" y="187481"/>
                    </a:cubicBezTo>
                    <a:cubicBezTo>
                      <a:pt x="3978" y="180401"/>
                      <a:pt x="0" y="170798"/>
                      <a:pt x="0" y="160785"/>
                    </a:cubicBezTo>
                    <a:lnTo>
                      <a:pt x="0" y="37753"/>
                    </a:lnTo>
                    <a:cubicBezTo>
                      <a:pt x="0" y="27741"/>
                      <a:pt x="3978" y="18138"/>
                      <a:pt x="11058" y="11058"/>
                    </a:cubicBezTo>
                    <a:cubicBezTo>
                      <a:pt x="18138" y="3978"/>
                      <a:pt x="27741" y="0"/>
                      <a:pt x="37753" y="0"/>
                    </a:cubicBezTo>
                    <a:close/>
                  </a:path>
                </a:pathLst>
              </a:custGeom>
              <a:solidFill>
                <a:srgbClr val="18A1D5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702119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786852" y="124937"/>
              <a:ext cx="198077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F1F2E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655794" y="3069021"/>
            <a:ext cx="4966888" cy="5889518"/>
            <a:chOff x="0" y="0"/>
            <a:chExt cx="1308151" cy="15511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08151" cy="1551149"/>
            </a:xfrm>
            <a:custGeom>
              <a:avLst/>
              <a:gdLst/>
              <a:ahLst/>
              <a:cxnLst/>
              <a:rect r="r" b="b" t="t" l="l"/>
              <a:pathLst>
                <a:path h="1551149" w="1308151">
                  <a:moveTo>
                    <a:pt x="29615" y="0"/>
                  </a:moveTo>
                  <a:lnTo>
                    <a:pt x="1278536" y="0"/>
                  </a:lnTo>
                  <a:cubicBezTo>
                    <a:pt x="1286391" y="0"/>
                    <a:pt x="1293923" y="3120"/>
                    <a:pt x="1299477" y="8674"/>
                  </a:cubicBezTo>
                  <a:cubicBezTo>
                    <a:pt x="1305031" y="14228"/>
                    <a:pt x="1308151" y="21761"/>
                    <a:pt x="1308151" y="29615"/>
                  </a:cubicBezTo>
                  <a:lnTo>
                    <a:pt x="1308151" y="1521533"/>
                  </a:lnTo>
                  <a:cubicBezTo>
                    <a:pt x="1308151" y="1537889"/>
                    <a:pt x="1294892" y="1551149"/>
                    <a:pt x="1278536" y="1551149"/>
                  </a:cubicBezTo>
                  <a:lnTo>
                    <a:pt x="29615" y="1551149"/>
                  </a:lnTo>
                  <a:cubicBezTo>
                    <a:pt x="21761" y="1551149"/>
                    <a:pt x="14228" y="1548029"/>
                    <a:pt x="8674" y="1542475"/>
                  </a:cubicBezTo>
                  <a:cubicBezTo>
                    <a:pt x="3120" y="1536921"/>
                    <a:pt x="0" y="1529388"/>
                    <a:pt x="0" y="1521533"/>
                  </a:cubicBezTo>
                  <a:lnTo>
                    <a:pt x="0" y="29615"/>
                  </a:lnTo>
                  <a:cubicBezTo>
                    <a:pt x="0" y="13259"/>
                    <a:pt x="13259" y="0"/>
                    <a:pt x="29615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1308151" cy="1522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508506" y="3069021"/>
            <a:ext cx="4966888" cy="5889518"/>
            <a:chOff x="0" y="0"/>
            <a:chExt cx="1308151" cy="155114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08151" cy="1551149"/>
            </a:xfrm>
            <a:custGeom>
              <a:avLst/>
              <a:gdLst/>
              <a:ahLst/>
              <a:cxnLst/>
              <a:rect r="r" b="b" t="t" l="l"/>
              <a:pathLst>
                <a:path h="1551149" w="1308151">
                  <a:moveTo>
                    <a:pt x="29615" y="0"/>
                  </a:moveTo>
                  <a:lnTo>
                    <a:pt x="1278536" y="0"/>
                  </a:lnTo>
                  <a:cubicBezTo>
                    <a:pt x="1286391" y="0"/>
                    <a:pt x="1293923" y="3120"/>
                    <a:pt x="1299477" y="8674"/>
                  </a:cubicBezTo>
                  <a:cubicBezTo>
                    <a:pt x="1305031" y="14228"/>
                    <a:pt x="1308151" y="21761"/>
                    <a:pt x="1308151" y="29615"/>
                  </a:cubicBezTo>
                  <a:lnTo>
                    <a:pt x="1308151" y="1521533"/>
                  </a:lnTo>
                  <a:cubicBezTo>
                    <a:pt x="1308151" y="1537889"/>
                    <a:pt x="1294892" y="1551149"/>
                    <a:pt x="1278536" y="1551149"/>
                  </a:cubicBezTo>
                  <a:lnTo>
                    <a:pt x="29615" y="1551149"/>
                  </a:lnTo>
                  <a:cubicBezTo>
                    <a:pt x="21761" y="1551149"/>
                    <a:pt x="14228" y="1548029"/>
                    <a:pt x="8674" y="1542475"/>
                  </a:cubicBezTo>
                  <a:cubicBezTo>
                    <a:pt x="3120" y="1536921"/>
                    <a:pt x="0" y="1529388"/>
                    <a:pt x="0" y="1521533"/>
                  </a:cubicBezTo>
                  <a:lnTo>
                    <a:pt x="0" y="29615"/>
                  </a:lnTo>
                  <a:cubicBezTo>
                    <a:pt x="0" y="13259"/>
                    <a:pt x="13259" y="0"/>
                    <a:pt x="29615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28575"/>
              <a:ext cx="1308151" cy="1522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8389257" y="3341445"/>
            <a:ext cx="1519012" cy="2672336"/>
          </a:xfrm>
          <a:custGeom>
            <a:avLst/>
            <a:gdLst/>
            <a:ahLst/>
            <a:cxnLst/>
            <a:rect r="r" b="b" t="t" l="l"/>
            <a:pathLst>
              <a:path h="2672336" w="1519012">
                <a:moveTo>
                  <a:pt x="0" y="0"/>
                </a:moveTo>
                <a:lnTo>
                  <a:pt x="1519011" y="0"/>
                </a:lnTo>
                <a:lnTo>
                  <a:pt x="1519011" y="2672335"/>
                </a:lnTo>
                <a:lnTo>
                  <a:pt x="0" y="26723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7807079" y="7759737"/>
            <a:ext cx="2665858" cy="753826"/>
            <a:chOff x="0" y="0"/>
            <a:chExt cx="3554478" cy="1005101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3554478" cy="1005101"/>
              <a:chOff x="0" y="0"/>
              <a:chExt cx="702119" cy="198538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702119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702119">
                    <a:moveTo>
                      <a:pt x="37753" y="0"/>
                    </a:moveTo>
                    <a:lnTo>
                      <a:pt x="664366" y="0"/>
                    </a:lnTo>
                    <a:cubicBezTo>
                      <a:pt x="674379" y="0"/>
                      <a:pt x="683981" y="3978"/>
                      <a:pt x="691061" y="11058"/>
                    </a:cubicBezTo>
                    <a:cubicBezTo>
                      <a:pt x="698141" y="18138"/>
                      <a:pt x="702119" y="27741"/>
                      <a:pt x="702119" y="37753"/>
                    </a:cubicBezTo>
                    <a:lnTo>
                      <a:pt x="702119" y="160785"/>
                    </a:lnTo>
                    <a:cubicBezTo>
                      <a:pt x="702119" y="170798"/>
                      <a:pt x="698141" y="180401"/>
                      <a:pt x="691061" y="187481"/>
                    </a:cubicBezTo>
                    <a:cubicBezTo>
                      <a:pt x="683981" y="194561"/>
                      <a:pt x="674379" y="198538"/>
                      <a:pt x="664366" y="198538"/>
                    </a:cubicBezTo>
                    <a:lnTo>
                      <a:pt x="37753" y="198538"/>
                    </a:lnTo>
                    <a:cubicBezTo>
                      <a:pt x="27741" y="198538"/>
                      <a:pt x="18138" y="194561"/>
                      <a:pt x="11058" y="187481"/>
                    </a:cubicBezTo>
                    <a:cubicBezTo>
                      <a:pt x="3978" y="180401"/>
                      <a:pt x="0" y="170798"/>
                      <a:pt x="0" y="160785"/>
                    </a:cubicBezTo>
                    <a:lnTo>
                      <a:pt x="0" y="37753"/>
                    </a:lnTo>
                    <a:cubicBezTo>
                      <a:pt x="0" y="27741"/>
                      <a:pt x="3978" y="18138"/>
                      <a:pt x="11058" y="11058"/>
                    </a:cubicBezTo>
                    <a:cubicBezTo>
                      <a:pt x="18138" y="3978"/>
                      <a:pt x="27741" y="0"/>
                      <a:pt x="37753" y="0"/>
                    </a:cubicBezTo>
                    <a:close/>
                  </a:path>
                </a:pathLst>
              </a:custGeom>
              <a:solidFill>
                <a:srgbClr val="18A1D5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702119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786852" y="124937"/>
              <a:ext cx="198077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F1F2E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683967" y="7759737"/>
            <a:ext cx="2665858" cy="753826"/>
            <a:chOff x="0" y="0"/>
            <a:chExt cx="3554478" cy="1005101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3554478" cy="1005101"/>
              <a:chOff x="0" y="0"/>
              <a:chExt cx="702119" cy="198538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702119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702119">
                    <a:moveTo>
                      <a:pt x="37753" y="0"/>
                    </a:moveTo>
                    <a:lnTo>
                      <a:pt x="664366" y="0"/>
                    </a:lnTo>
                    <a:cubicBezTo>
                      <a:pt x="674379" y="0"/>
                      <a:pt x="683981" y="3978"/>
                      <a:pt x="691061" y="11058"/>
                    </a:cubicBezTo>
                    <a:cubicBezTo>
                      <a:pt x="698141" y="18138"/>
                      <a:pt x="702119" y="27741"/>
                      <a:pt x="702119" y="37753"/>
                    </a:cubicBezTo>
                    <a:lnTo>
                      <a:pt x="702119" y="160785"/>
                    </a:lnTo>
                    <a:cubicBezTo>
                      <a:pt x="702119" y="170798"/>
                      <a:pt x="698141" y="180401"/>
                      <a:pt x="691061" y="187481"/>
                    </a:cubicBezTo>
                    <a:cubicBezTo>
                      <a:pt x="683981" y="194561"/>
                      <a:pt x="674379" y="198538"/>
                      <a:pt x="664366" y="198538"/>
                    </a:cubicBezTo>
                    <a:lnTo>
                      <a:pt x="37753" y="198538"/>
                    </a:lnTo>
                    <a:cubicBezTo>
                      <a:pt x="27741" y="198538"/>
                      <a:pt x="18138" y="194561"/>
                      <a:pt x="11058" y="187481"/>
                    </a:cubicBezTo>
                    <a:cubicBezTo>
                      <a:pt x="3978" y="180401"/>
                      <a:pt x="0" y="170798"/>
                      <a:pt x="0" y="160785"/>
                    </a:cubicBezTo>
                    <a:lnTo>
                      <a:pt x="0" y="37753"/>
                    </a:lnTo>
                    <a:cubicBezTo>
                      <a:pt x="0" y="27741"/>
                      <a:pt x="3978" y="18138"/>
                      <a:pt x="11058" y="11058"/>
                    </a:cubicBezTo>
                    <a:cubicBezTo>
                      <a:pt x="18138" y="3978"/>
                      <a:pt x="27741" y="0"/>
                      <a:pt x="37753" y="0"/>
                    </a:cubicBezTo>
                    <a:close/>
                  </a:path>
                </a:pathLst>
              </a:custGeom>
              <a:solidFill>
                <a:srgbClr val="18A1D5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702119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786852" y="124937"/>
              <a:ext cx="198077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F1F2E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4614962" y="3746538"/>
            <a:ext cx="1394695" cy="1960907"/>
          </a:xfrm>
          <a:custGeom>
            <a:avLst/>
            <a:gdLst/>
            <a:ahLst/>
            <a:cxnLst/>
            <a:rect r="r" b="b" t="t" l="l"/>
            <a:pathLst>
              <a:path h="1960907" w="1394695">
                <a:moveTo>
                  <a:pt x="0" y="0"/>
                </a:moveTo>
                <a:lnTo>
                  <a:pt x="1394695" y="0"/>
                </a:lnTo>
                <a:lnTo>
                  <a:pt x="1394695" y="1960907"/>
                </a:lnTo>
                <a:lnTo>
                  <a:pt x="0" y="19609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322691" y="169033"/>
            <a:ext cx="706009" cy="607496"/>
          </a:xfrm>
          <a:custGeom>
            <a:avLst/>
            <a:gdLst/>
            <a:ahLst/>
            <a:cxnLst/>
            <a:rect r="r" b="b" t="t" l="l"/>
            <a:pathLst>
              <a:path h="607496" w="706009">
                <a:moveTo>
                  <a:pt x="0" y="0"/>
                </a:moveTo>
                <a:lnTo>
                  <a:pt x="706009" y="0"/>
                </a:lnTo>
                <a:lnTo>
                  <a:pt x="706009" y="607496"/>
                </a:lnTo>
                <a:lnTo>
                  <a:pt x="0" y="6074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28700" y="6375599"/>
            <a:ext cx="193738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</a:t>
            </a: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aptop Pro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8700" y="6849147"/>
            <a:ext cx="195655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echStore MX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277885" y="6849147"/>
            <a:ext cx="121360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⭐ 4.5/5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476720" y="6375599"/>
            <a:ext cx="101477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$1299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907843" y="6375599"/>
            <a:ext cx="252757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</a:t>
            </a: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artphone X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907843" y="6849147"/>
            <a:ext cx="164353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obile Plus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157028" y="6849147"/>
            <a:ext cx="121360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⭐ 4.8/5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457304" y="6375599"/>
            <a:ext cx="81188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$899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761455" y="6375599"/>
            <a:ext cx="257413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Auricul</a:t>
            </a: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ares BT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725617" y="6849147"/>
            <a:ext cx="176176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Audi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World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033916" y="6849147"/>
            <a:ext cx="121360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⭐ 4.3/5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6334192" y="6375599"/>
            <a:ext cx="81188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$199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04965" y="1097059"/>
            <a:ext cx="97827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Inicio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50643" y="1645064"/>
            <a:ext cx="215132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8A1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Mis Pedidos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50643" y="2165542"/>
            <a:ext cx="180583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 Cuenta</a:t>
            </a:r>
          </a:p>
        </p:txBody>
      </p:sp>
      <p:sp>
        <p:nvSpPr>
          <p:cNvPr name="AutoShape 56" id="56"/>
          <p:cNvSpPr/>
          <p:nvPr/>
        </p:nvSpPr>
        <p:spPr>
          <a:xfrm>
            <a:off x="0" y="2760537"/>
            <a:ext cx="18264949" cy="0"/>
          </a:xfrm>
          <a:prstGeom prst="line">
            <a:avLst/>
          </a:prstGeom>
          <a:ln cap="flat" w="38100">
            <a:solidFill>
              <a:srgbClr val="B4B4B4">
                <a:alpha val="58824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266991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921419" y="-12890"/>
            <a:ext cx="1014248" cy="858210"/>
          </a:xfrm>
          <a:custGeom>
            <a:avLst/>
            <a:gdLst/>
            <a:ahLst/>
            <a:cxnLst/>
            <a:rect r="r" b="b" t="t" l="l"/>
            <a:pathLst>
              <a:path h="858210" w="1014248">
                <a:moveTo>
                  <a:pt x="0" y="0"/>
                </a:moveTo>
                <a:lnTo>
                  <a:pt x="1014249" y="0"/>
                </a:lnTo>
                <a:lnTo>
                  <a:pt x="1014249" y="858210"/>
                </a:lnTo>
                <a:lnTo>
                  <a:pt x="0" y="8582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0039" t="-6578" r="-1139" b="-12082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94147" y="2498792"/>
            <a:ext cx="17111859" cy="2644708"/>
            <a:chOff x="0" y="0"/>
            <a:chExt cx="4506827" cy="6965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06827" cy="696548"/>
            </a:xfrm>
            <a:custGeom>
              <a:avLst/>
              <a:gdLst/>
              <a:ahLst/>
              <a:cxnLst/>
              <a:rect r="r" b="b" t="t" l="l"/>
              <a:pathLst>
                <a:path h="696548" w="4506827">
                  <a:moveTo>
                    <a:pt x="8596" y="0"/>
                  </a:moveTo>
                  <a:lnTo>
                    <a:pt x="4498231" y="0"/>
                  </a:lnTo>
                  <a:cubicBezTo>
                    <a:pt x="4502979" y="0"/>
                    <a:pt x="4506827" y="3849"/>
                    <a:pt x="4506827" y="8596"/>
                  </a:cubicBezTo>
                  <a:lnTo>
                    <a:pt x="4506827" y="687952"/>
                  </a:lnTo>
                  <a:cubicBezTo>
                    <a:pt x="4506827" y="692700"/>
                    <a:pt x="4502979" y="696548"/>
                    <a:pt x="4498231" y="696548"/>
                  </a:cubicBezTo>
                  <a:lnTo>
                    <a:pt x="8596" y="696548"/>
                  </a:lnTo>
                  <a:cubicBezTo>
                    <a:pt x="6316" y="696548"/>
                    <a:pt x="4130" y="695643"/>
                    <a:pt x="2518" y="694031"/>
                  </a:cubicBezTo>
                  <a:cubicBezTo>
                    <a:pt x="906" y="692419"/>
                    <a:pt x="0" y="690232"/>
                    <a:pt x="0" y="687952"/>
                  </a:cubicBezTo>
                  <a:lnTo>
                    <a:pt x="0" y="8596"/>
                  </a:lnTo>
                  <a:cubicBezTo>
                    <a:pt x="0" y="6316"/>
                    <a:pt x="906" y="4130"/>
                    <a:pt x="2518" y="2518"/>
                  </a:cubicBezTo>
                  <a:cubicBezTo>
                    <a:pt x="4130" y="906"/>
                    <a:pt x="6316" y="0"/>
                    <a:pt x="8596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4506827" cy="667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84140" y="3972195"/>
            <a:ext cx="3611286" cy="697311"/>
            <a:chOff x="0" y="0"/>
            <a:chExt cx="951121" cy="1836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1121" cy="183654"/>
            </a:xfrm>
            <a:custGeom>
              <a:avLst/>
              <a:gdLst/>
              <a:ahLst/>
              <a:cxnLst/>
              <a:rect r="r" b="b" t="t" l="l"/>
              <a:pathLst>
                <a:path h="183654" w="951121">
                  <a:moveTo>
                    <a:pt x="51451" y="0"/>
                  </a:moveTo>
                  <a:lnTo>
                    <a:pt x="899669" y="0"/>
                  </a:lnTo>
                  <a:cubicBezTo>
                    <a:pt x="913315" y="0"/>
                    <a:pt x="926402" y="5421"/>
                    <a:pt x="936051" y="15070"/>
                  </a:cubicBezTo>
                  <a:cubicBezTo>
                    <a:pt x="945700" y="24719"/>
                    <a:pt x="951121" y="37806"/>
                    <a:pt x="951121" y="51451"/>
                  </a:cubicBezTo>
                  <a:lnTo>
                    <a:pt x="951121" y="132202"/>
                  </a:lnTo>
                  <a:cubicBezTo>
                    <a:pt x="951121" y="160618"/>
                    <a:pt x="928085" y="183654"/>
                    <a:pt x="899669" y="183654"/>
                  </a:cubicBezTo>
                  <a:lnTo>
                    <a:pt x="51451" y="183654"/>
                  </a:lnTo>
                  <a:cubicBezTo>
                    <a:pt x="37806" y="183654"/>
                    <a:pt x="24719" y="178233"/>
                    <a:pt x="15070" y="168584"/>
                  </a:cubicBezTo>
                  <a:cubicBezTo>
                    <a:pt x="5421" y="158935"/>
                    <a:pt x="0" y="145848"/>
                    <a:pt x="0" y="132202"/>
                  </a:cubicBezTo>
                  <a:lnTo>
                    <a:pt x="0" y="51451"/>
                  </a:lnTo>
                  <a:cubicBezTo>
                    <a:pt x="0" y="37806"/>
                    <a:pt x="5421" y="24719"/>
                    <a:pt x="15070" y="15070"/>
                  </a:cubicBezTo>
                  <a:cubicBezTo>
                    <a:pt x="24719" y="5421"/>
                    <a:pt x="37806" y="0"/>
                    <a:pt x="51451" y="0"/>
                  </a:cubicBezTo>
                  <a:close/>
                </a:path>
              </a:pathLst>
            </a:custGeom>
            <a:solidFill>
              <a:srgbClr val="18A1D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51121" cy="221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506727" y="4051611"/>
            <a:ext cx="245236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1F2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Ver Detalles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2689292"/>
            <a:ext cx="303823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Pedido #ORD-001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4825" y="3018223"/>
            <a:ext cx="2772251" cy="5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2"/>
              </a:lnSpc>
            </a:pPr>
            <a:r>
              <a:rPr lang="en-US" sz="2400" spc="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400" spc="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echa: 25 Oct 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4825" y="3783046"/>
            <a:ext cx="4356838" cy="88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444C5C"/>
                </a:solidFill>
                <a:latin typeface="Open Sans"/>
                <a:ea typeface="Open Sans"/>
                <a:cs typeface="Open Sans"/>
                <a:sym typeface="Open Sans"/>
              </a:rPr>
              <a:t>Entrega estimada:</a:t>
            </a:r>
            <a:r>
              <a:rPr lang="en-US" sz="24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400" strike="noStrike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 Nov 2025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</a:t>
            </a:r>
            <a:r>
              <a:rPr lang="en-US" b="true" sz="2799" strike="noStrike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37</a:t>
            </a:r>
            <a:r>
              <a:rPr lang="en-US" b="true" sz="2799" strike="noStrike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</a:t>
            </a:r>
            <a:r>
              <a:rPr lang="en-US" b="true" sz="2799" strike="noStrike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.00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94147" y="5562600"/>
            <a:ext cx="17111859" cy="3063808"/>
            <a:chOff x="0" y="0"/>
            <a:chExt cx="4506827" cy="8069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06827" cy="806929"/>
            </a:xfrm>
            <a:custGeom>
              <a:avLst/>
              <a:gdLst/>
              <a:ahLst/>
              <a:cxnLst/>
              <a:rect r="r" b="b" t="t" l="l"/>
              <a:pathLst>
                <a:path h="806929" w="4506827">
                  <a:moveTo>
                    <a:pt x="8596" y="0"/>
                  </a:moveTo>
                  <a:lnTo>
                    <a:pt x="4498231" y="0"/>
                  </a:lnTo>
                  <a:cubicBezTo>
                    <a:pt x="4502979" y="0"/>
                    <a:pt x="4506827" y="3849"/>
                    <a:pt x="4506827" y="8596"/>
                  </a:cubicBezTo>
                  <a:lnTo>
                    <a:pt x="4506827" y="798333"/>
                  </a:lnTo>
                  <a:cubicBezTo>
                    <a:pt x="4506827" y="800612"/>
                    <a:pt x="4505921" y="802799"/>
                    <a:pt x="4504310" y="804411"/>
                  </a:cubicBezTo>
                  <a:cubicBezTo>
                    <a:pt x="4502697" y="806023"/>
                    <a:pt x="4500511" y="806929"/>
                    <a:pt x="4498231" y="806929"/>
                  </a:cubicBezTo>
                  <a:lnTo>
                    <a:pt x="8596" y="806929"/>
                  </a:lnTo>
                  <a:cubicBezTo>
                    <a:pt x="3849" y="806929"/>
                    <a:pt x="0" y="803080"/>
                    <a:pt x="0" y="798333"/>
                  </a:cubicBezTo>
                  <a:lnTo>
                    <a:pt x="0" y="8596"/>
                  </a:lnTo>
                  <a:cubicBezTo>
                    <a:pt x="0" y="6316"/>
                    <a:pt x="906" y="4130"/>
                    <a:pt x="2518" y="2518"/>
                  </a:cubicBezTo>
                  <a:cubicBezTo>
                    <a:pt x="4130" y="906"/>
                    <a:pt x="6316" y="0"/>
                    <a:pt x="8596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4506827" cy="778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55426" y="1367222"/>
            <a:ext cx="329136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Mis Pedidos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5753100"/>
            <a:ext cx="303823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Pedido #ORD-002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4825" y="6082030"/>
            <a:ext cx="2772251" cy="5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2"/>
              </a:lnSpc>
            </a:pPr>
            <a:r>
              <a:rPr lang="en-US" sz="2400" spc="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400" spc="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echa: 20 Oct 2025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4825" y="6846854"/>
            <a:ext cx="4796666" cy="88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444C5C"/>
                </a:solidFill>
                <a:latin typeface="Open Sans"/>
                <a:ea typeface="Open Sans"/>
                <a:cs typeface="Open Sans"/>
                <a:sym typeface="Open Sans"/>
              </a:rPr>
              <a:t>Entrega estimada:</a:t>
            </a:r>
            <a:r>
              <a:rPr lang="en-US" sz="2400" strike="noStrike" u="none">
                <a:solidFill>
                  <a:srgbClr val="444C5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400" strike="noStrike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 Nov 2025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$899.00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984140" y="7384658"/>
            <a:ext cx="3611286" cy="697311"/>
            <a:chOff x="0" y="0"/>
            <a:chExt cx="951121" cy="18365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1121" cy="183654"/>
            </a:xfrm>
            <a:custGeom>
              <a:avLst/>
              <a:gdLst/>
              <a:ahLst/>
              <a:cxnLst/>
              <a:rect r="r" b="b" t="t" l="l"/>
              <a:pathLst>
                <a:path h="183654" w="951121">
                  <a:moveTo>
                    <a:pt x="51451" y="0"/>
                  </a:moveTo>
                  <a:lnTo>
                    <a:pt x="899669" y="0"/>
                  </a:lnTo>
                  <a:cubicBezTo>
                    <a:pt x="913315" y="0"/>
                    <a:pt x="926402" y="5421"/>
                    <a:pt x="936051" y="15070"/>
                  </a:cubicBezTo>
                  <a:cubicBezTo>
                    <a:pt x="945700" y="24719"/>
                    <a:pt x="951121" y="37806"/>
                    <a:pt x="951121" y="51451"/>
                  </a:cubicBezTo>
                  <a:lnTo>
                    <a:pt x="951121" y="132202"/>
                  </a:lnTo>
                  <a:cubicBezTo>
                    <a:pt x="951121" y="160618"/>
                    <a:pt x="928085" y="183654"/>
                    <a:pt x="899669" y="183654"/>
                  </a:cubicBezTo>
                  <a:lnTo>
                    <a:pt x="51451" y="183654"/>
                  </a:lnTo>
                  <a:cubicBezTo>
                    <a:pt x="37806" y="183654"/>
                    <a:pt x="24719" y="178233"/>
                    <a:pt x="15070" y="168584"/>
                  </a:cubicBezTo>
                  <a:cubicBezTo>
                    <a:pt x="5421" y="158935"/>
                    <a:pt x="0" y="145848"/>
                    <a:pt x="0" y="132202"/>
                  </a:cubicBezTo>
                  <a:lnTo>
                    <a:pt x="0" y="51451"/>
                  </a:lnTo>
                  <a:cubicBezTo>
                    <a:pt x="0" y="37806"/>
                    <a:pt x="5421" y="24719"/>
                    <a:pt x="15070" y="15070"/>
                  </a:cubicBezTo>
                  <a:cubicBezTo>
                    <a:pt x="24719" y="5421"/>
                    <a:pt x="37806" y="0"/>
                    <a:pt x="51451" y="0"/>
                  </a:cubicBezTo>
                  <a:close/>
                </a:path>
              </a:pathLst>
            </a:custGeom>
            <a:solidFill>
              <a:srgbClr val="18A1D5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51121" cy="221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4506727" y="7464074"/>
            <a:ext cx="245236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1F2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Ver Detalles 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5555694" y="3080211"/>
            <a:ext cx="1936515" cy="545059"/>
            <a:chOff x="0" y="0"/>
            <a:chExt cx="510029" cy="14355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0029" cy="143555"/>
            </a:xfrm>
            <a:custGeom>
              <a:avLst/>
              <a:gdLst/>
              <a:ahLst/>
              <a:cxnLst/>
              <a:rect r="r" b="b" t="t" l="l"/>
              <a:pathLst>
                <a:path h="143555" w="510029">
                  <a:moveTo>
                    <a:pt x="71777" y="0"/>
                  </a:moveTo>
                  <a:lnTo>
                    <a:pt x="438251" y="0"/>
                  </a:lnTo>
                  <a:cubicBezTo>
                    <a:pt x="457288" y="0"/>
                    <a:pt x="475545" y="7562"/>
                    <a:pt x="489005" y="21023"/>
                  </a:cubicBezTo>
                  <a:cubicBezTo>
                    <a:pt x="502466" y="34484"/>
                    <a:pt x="510029" y="52741"/>
                    <a:pt x="510029" y="71777"/>
                  </a:cubicBezTo>
                  <a:lnTo>
                    <a:pt x="510029" y="71777"/>
                  </a:lnTo>
                  <a:cubicBezTo>
                    <a:pt x="510029" y="90814"/>
                    <a:pt x="502466" y="109071"/>
                    <a:pt x="489005" y="122532"/>
                  </a:cubicBezTo>
                  <a:cubicBezTo>
                    <a:pt x="475545" y="135992"/>
                    <a:pt x="457288" y="143555"/>
                    <a:pt x="438251" y="143555"/>
                  </a:cubicBezTo>
                  <a:lnTo>
                    <a:pt x="71777" y="143555"/>
                  </a:lnTo>
                  <a:cubicBezTo>
                    <a:pt x="52741" y="143555"/>
                    <a:pt x="34484" y="135992"/>
                    <a:pt x="21023" y="122532"/>
                  </a:cubicBezTo>
                  <a:cubicBezTo>
                    <a:pt x="7562" y="109071"/>
                    <a:pt x="0" y="90814"/>
                    <a:pt x="0" y="71777"/>
                  </a:cubicBezTo>
                  <a:lnTo>
                    <a:pt x="0" y="71777"/>
                  </a:lnTo>
                  <a:cubicBezTo>
                    <a:pt x="0" y="52741"/>
                    <a:pt x="7562" y="34484"/>
                    <a:pt x="21023" y="21023"/>
                  </a:cubicBezTo>
                  <a:cubicBezTo>
                    <a:pt x="34484" y="7562"/>
                    <a:pt x="52741" y="0"/>
                    <a:pt x="71777" y="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510029" cy="181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2356D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 tránsito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5555694" y="6339895"/>
            <a:ext cx="1936515" cy="545059"/>
            <a:chOff x="0" y="0"/>
            <a:chExt cx="510029" cy="14355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0029" cy="143555"/>
            </a:xfrm>
            <a:custGeom>
              <a:avLst/>
              <a:gdLst/>
              <a:ahLst/>
              <a:cxnLst/>
              <a:rect r="r" b="b" t="t" l="l"/>
              <a:pathLst>
                <a:path h="143555" w="510029">
                  <a:moveTo>
                    <a:pt x="71777" y="0"/>
                  </a:moveTo>
                  <a:lnTo>
                    <a:pt x="438251" y="0"/>
                  </a:lnTo>
                  <a:cubicBezTo>
                    <a:pt x="457288" y="0"/>
                    <a:pt x="475545" y="7562"/>
                    <a:pt x="489005" y="21023"/>
                  </a:cubicBezTo>
                  <a:cubicBezTo>
                    <a:pt x="502466" y="34484"/>
                    <a:pt x="510029" y="52741"/>
                    <a:pt x="510029" y="71777"/>
                  </a:cubicBezTo>
                  <a:lnTo>
                    <a:pt x="510029" y="71777"/>
                  </a:lnTo>
                  <a:cubicBezTo>
                    <a:pt x="510029" y="90814"/>
                    <a:pt x="502466" y="109071"/>
                    <a:pt x="489005" y="122532"/>
                  </a:cubicBezTo>
                  <a:cubicBezTo>
                    <a:pt x="475545" y="135992"/>
                    <a:pt x="457288" y="143555"/>
                    <a:pt x="438251" y="143555"/>
                  </a:cubicBezTo>
                  <a:lnTo>
                    <a:pt x="71777" y="143555"/>
                  </a:lnTo>
                  <a:cubicBezTo>
                    <a:pt x="52741" y="143555"/>
                    <a:pt x="34484" y="135992"/>
                    <a:pt x="21023" y="122532"/>
                  </a:cubicBezTo>
                  <a:cubicBezTo>
                    <a:pt x="7562" y="109071"/>
                    <a:pt x="0" y="90814"/>
                    <a:pt x="0" y="71777"/>
                  </a:cubicBezTo>
                  <a:lnTo>
                    <a:pt x="0" y="71777"/>
                  </a:lnTo>
                  <a:cubicBezTo>
                    <a:pt x="0" y="52741"/>
                    <a:pt x="7562" y="34484"/>
                    <a:pt x="21023" y="21023"/>
                  </a:cubicBezTo>
                  <a:cubicBezTo>
                    <a:pt x="34484" y="7562"/>
                    <a:pt x="52741" y="0"/>
                    <a:pt x="71777" y="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10029" cy="181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2356D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 tránsito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058875" y="169033"/>
            <a:ext cx="631336" cy="605690"/>
          </a:xfrm>
          <a:custGeom>
            <a:avLst/>
            <a:gdLst/>
            <a:ahLst/>
            <a:cxnLst/>
            <a:rect r="r" b="b" t="t" l="l"/>
            <a:pathLst>
              <a:path h="605690" w="631336">
                <a:moveTo>
                  <a:pt x="0" y="0"/>
                </a:moveTo>
                <a:lnTo>
                  <a:pt x="631336" y="0"/>
                </a:lnTo>
                <a:lnTo>
                  <a:pt x="631336" y="605691"/>
                </a:lnTo>
                <a:lnTo>
                  <a:pt x="0" y="6056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7259300" y="142848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668689" y="1256518"/>
            <a:ext cx="3102516" cy="3262684"/>
          </a:xfrm>
          <a:custGeom>
            <a:avLst/>
            <a:gdLst/>
            <a:ahLst/>
            <a:cxnLst/>
            <a:rect r="r" b="b" t="t" l="l"/>
            <a:pathLst>
              <a:path h="3262684" w="3102516">
                <a:moveTo>
                  <a:pt x="0" y="0"/>
                </a:moveTo>
                <a:lnTo>
                  <a:pt x="3102515" y="0"/>
                </a:lnTo>
                <a:lnTo>
                  <a:pt x="3102515" y="3262684"/>
                </a:lnTo>
                <a:lnTo>
                  <a:pt x="0" y="32626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226949" y="6870606"/>
            <a:ext cx="3663851" cy="980411"/>
            <a:chOff x="0" y="0"/>
            <a:chExt cx="1026243" cy="2746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6243" cy="274613"/>
            </a:xfrm>
            <a:custGeom>
              <a:avLst/>
              <a:gdLst/>
              <a:ahLst/>
              <a:cxnLst/>
              <a:rect r="r" b="b" t="t" l="l"/>
              <a:pathLst>
                <a:path h="274613" w="1026243">
                  <a:moveTo>
                    <a:pt x="27470" y="0"/>
                  </a:moveTo>
                  <a:lnTo>
                    <a:pt x="998773" y="0"/>
                  </a:lnTo>
                  <a:cubicBezTo>
                    <a:pt x="1013945" y="0"/>
                    <a:pt x="1026243" y="12299"/>
                    <a:pt x="1026243" y="27470"/>
                  </a:cubicBezTo>
                  <a:lnTo>
                    <a:pt x="1026243" y="247143"/>
                  </a:lnTo>
                  <a:cubicBezTo>
                    <a:pt x="1026243" y="254428"/>
                    <a:pt x="1023349" y="261415"/>
                    <a:pt x="1018197" y="266567"/>
                  </a:cubicBezTo>
                  <a:cubicBezTo>
                    <a:pt x="1013046" y="271719"/>
                    <a:pt x="1006059" y="274613"/>
                    <a:pt x="998773" y="274613"/>
                  </a:cubicBezTo>
                  <a:lnTo>
                    <a:pt x="27470" y="274613"/>
                  </a:lnTo>
                  <a:cubicBezTo>
                    <a:pt x="20184" y="274613"/>
                    <a:pt x="13197" y="271719"/>
                    <a:pt x="8046" y="266567"/>
                  </a:cubicBezTo>
                  <a:cubicBezTo>
                    <a:pt x="2894" y="261415"/>
                    <a:pt x="0" y="254428"/>
                    <a:pt x="0" y="247143"/>
                  </a:cubicBezTo>
                  <a:lnTo>
                    <a:pt x="0" y="27470"/>
                  </a:lnTo>
                  <a:cubicBezTo>
                    <a:pt x="0" y="20184"/>
                    <a:pt x="2894" y="13197"/>
                    <a:pt x="8046" y="8046"/>
                  </a:cubicBezTo>
                  <a:cubicBezTo>
                    <a:pt x="13197" y="2894"/>
                    <a:pt x="20184" y="0"/>
                    <a:pt x="2747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26243" cy="312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790331" y="6926336"/>
            <a:ext cx="2537088" cy="83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6"/>
              </a:lnSpc>
            </a:pPr>
            <a:r>
              <a:rPr lang="en-US" sz="2432" b="true">
                <a:solidFill>
                  <a:srgbClr val="F1F2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Comprar De Nuevo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058875" y="1856258"/>
            <a:ext cx="1936515" cy="545059"/>
            <a:chOff x="0" y="0"/>
            <a:chExt cx="510029" cy="1435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0029" cy="143555"/>
            </a:xfrm>
            <a:custGeom>
              <a:avLst/>
              <a:gdLst/>
              <a:ahLst/>
              <a:cxnLst/>
              <a:rect r="r" b="b" t="t" l="l"/>
              <a:pathLst>
                <a:path h="143555" w="510029">
                  <a:moveTo>
                    <a:pt x="71777" y="0"/>
                  </a:moveTo>
                  <a:lnTo>
                    <a:pt x="438251" y="0"/>
                  </a:lnTo>
                  <a:cubicBezTo>
                    <a:pt x="457288" y="0"/>
                    <a:pt x="475545" y="7562"/>
                    <a:pt x="489005" y="21023"/>
                  </a:cubicBezTo>
                  <a:cubicBezTo>
                    <a:pt x="502466" y="34484"/>
                    <a:pt x="510029" y="52741"/>
                    <a:pt x="510029" y="71777"/>
                  </a:cubicBezTo>
                  <a:lnTo>
                    <a:pt x="510029" y="71777"/>
                  </a:lnTo>
                  <a:cubicBezTo>
                    <a:pt x="510029" y="90814"/>
                    <a:pt x="502466" y="109071"/>
                    <a:pt x="489005" y="122532"/>
                  </a:cubicBezTo>
                  <a:cubicBezTo>
                    <a:pt x="475545" y="135992"/>
                    <a:pt x="457288" y="143555"/>
                    <a:pt x="438251" y="143555"/>
                  </a:cubicBezTo>
                  <a:lnTo>
                    <a:pt x="71777" y="143555"/>
                  </a:lnTo>
                  <a:cubicBezTo>
                    <a:pt x="52741" y="143555"/>
                    <a:pt x="34484" y="135992"/>
                    <a:pt x="21023" y="122532"/>
                  </a:cubicBezTo>
                  <a:cubicBezTo>
                    <a:pt x="7562" y="109071"/>
                    <a:pt x="0" y="90814"/>
                    <a:pt x="0" y="71777"/>
                  </a:cubicBezTo>
                  <a:lnTo>
                    <a:pt x="0" y="71777"/>
                  </a:lnTo>
                  <a:cubicBezTo>
                    <a:pt x="0" y="52741"/>
                    <a:pt x="7562" y="34484"/>
                    <a:pt x="21023" y="21023"/>
                  </a:cubicBezTo>
                  <a:cubicBezTo>
                    <a:pt x="34484" y="7562"/>
                    <a:pt x="52741" y="0"/>
                    <a:pt x="71777" y="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10029" cy="181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2356D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 tránsito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871334" y="7213506"/>
            <a:ext cx="9594709" cy="1946400"/>
          </a:xfrm>
          <a:custGeom>
            <a:avLst/>
            <a:gdLst/>
            <a:ahLst/>
            <a:cxnLst/>
            <a:rect r="r" b="b" t="t" l="l"/>
            <a:pathLst>
              <a:path h="1946400" w="9594709">
                <a:moveTo>
                  <a:pt x="0" y="0"/>
                </a:moveTo>
                <a:lnTo>
                  <a:pt x="9594709" y="0"/>
                </a:lnTo>
                <a:lnTo>
                  <a:pt x="9594709" y="1946400"/>
                </a:lnTo>
                <a:lnTo>
                  <a:pt x="0" y="1946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2472" t="-99257" r="-12837" b="-2698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7651" y="1199368"/>
            <a:ext cx="378023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u="sng">
                <a:solidFill>
                  <a:srgbClr val="199FD1"/>
                </a:solidFill>
                <a:latin typeface="Open Sans Bold"/>
                <a:ea typeface="Open Sans Bold"/>
                <a:cs typeface="Open Sans Bold"/>
                <a:sym typeface="Open Sans Bold"/>
                <a:hlinkClick r:id="rId14" action="ppaction://hlinksldjump"/>
              </a:rPr>
              <a:t>← Volver a p</a:t>
            </a:r>
            <a:r>
              <a:rPr lang="en-US" b="true" sz="2799" u="sng">
                <a:solidFill>
                  <a:srgbClr val="199FD1"/>
                </a:solidFill>
                <a:latin typeface="Open Sans Bold"/>
                <a:ea typeface="Open Sans Bold"/>
                <a:cs typeface="Open Sans Bold"/>
                <a:sym typeface="Open Sans Bold"/>
                <a:hlinkClick r:id="rId14" action="ppaction://hlinksldjump"/>
              </a:rPr>
              <a:t>roductos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61272" y="4443002"/>
            <a:ext cx="290643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</a:t>
            </a:r>
            <a:r>
              <a:rPr lang="en-US" b="true" sz="4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aptop Pro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61272" y="5098322"/>
            <a:ext cx="479462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Vendedor: T</a:t>
            </a: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echStore MX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07459" y="5098322"/>
            <a:ext cx="425184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⭐ 4.5/5 </a:t>
            </a:r>
            <a:r>
              <a:rPr lang="en-US" sz="3200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(248 reseñas)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07459" y="4443002"/>
            <a:ext cx="152233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$1299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61272" y="5826666"/>
            <a:ext cx="12669731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Descripción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Producto de alta calidad con garantía d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1 año. Envío gratis en compras mayores a $500.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21454" y="1174903"/>
            <a:ext cx="577393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Entrega estimada: 8 Nov - 15 nov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4331538" y="8079617"/>
            <a:ext cx="3663851" cy="980411"/>
            <a:chOff x="0" y="0"/>
            <a:chExt cx="1026243" cy="27461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6243" cy="274613"/>
            </a:xfrm>
            <a:custGeom>
              <a:avLst/>
              <a:gdLst/>
              <a:ahLst/>
              <a:cxnLst/>
              <a:rect r="r" b="b" t="t" l="l"/>
              <a:pathLst>
                <a:path h="274613" w="1026243">
                  <a:moveTo>
                    <a:pt x="27470" y="0"/>
                  </a:moveTo>
                  <a:lnTo>
                    <a:pt x="998773" y="0"/>
                  </a:lnTo>
                  <a:cubicBezTo>
                    <a:pt x="1013945" y="0"/>
                    <a:pt x="1026243" y="12299"/>
                    <a:pt x="1026243" y="27470"/>
                  </a:cubicBezTo>
                  <a:lnTo>
                    <a:pt x="1026243" y="247143"/>
                  </a:lnTo>
                  <a:cubicBezTo>
                    <a:pt x="1026243" y="254428"/>
                    <a:pt x="1023349" y="261415"/>
                    <a:pt x="1018197" y="266567"/>
                  </a:cubicBezTo>
                  <a:cubicBezTo>
                    <a:pt x="1013046" y="271719"/>
                    <a:pt x="1006059" y="274613"/>
                    <a:pt x="998773" y="274613"/>
                  </a:cubicBezTo>
                  <a:lnTo>
                    <a:pt x="27470" y="274613"/>
                  </a:lnTo>
                  <a:cubicBezTo>
                    <a:pt x="20184" y="274613"/>
                    <a:pt x="13197" y="271719"/>
                    <a:pt x="8046" y="266567"/>
                  </a:cubicBezTo>
                  <a:cubicBezTo>
                    <a:pt x="2894" y="261415"/>
                    <a:pt x="0" y="254428"/>
                    <a:pt x="0" y="247143"/>
                  </a:cubicBezTo>
                  <a:lnTo>
                    <a:pt x="0" y="27470"/>
                  </a:lnTo>
                  <a:cubicBezTo>
                    <a:pt x="0" y="20184"/>
                    <a:pt x="2894" y="13197"/>
                    <a:pt x="8046" y="8046"/>
                  </a:cubicBezTo>
                  <a:cubicBezTo>
                    <a:pt x="13197" y="2894"/>
                    <a:pt x="20184" y="0"/>
                    <a:pt x="2747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26243" cy="312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4790331" y="8135347"/>
            <a:ext cx="2537088" cy="83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6"/>
              </a:lnSpc>
            </a:pPr>
            <a:r>
              <a:rPr lang="en-US" sz="2432" b="true">
                <a:solidFill>
                  <a:srgbClr val="F1F2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Cancelar Compra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163937" y="5728127"/>
            <a:ext cx="1969443" cy="525260"/>
            <a:chOff x="0" y="0"/>
            <a:chExt cx="2625924" cy="700347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2625924" cy="700347"/>
              <a:chOff x="0" y="0"/>
              <a:chExt cx="633502" cy="168958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33502" cy="168958"/>
              </a:xfrm>
              <a:custGeom>
                <a:avLst/>
                <a:gdLst/>
                <a:ahLst/>
                <a:cxnLst/>
                <a:rect r="r" b="b" t="t" l="l"/>
                <a:pathLst>
                  <a:path h="168958" w="633502">
                    <a:moveTo>
                      <a:pt x="41843" y="0"/>
                    </a:moveTo>
                    <a:lnTo>
                      <a:pt x="591660" y="0"/>
                    </a:lnTo>
                    <a:cubicBezTo>
                      <a:pt x="602757" y="0"/>
                      <a:pt x="613400" y="4408"/>
                      <a:pt x="621247" y="12255"/>
                    </a:cubicBezTo>
                    <a:cubicBezTo>
                      <a:pt x="629094" y="20102"/>
                      <a:pt x="633502" y="30745"/>
                      <a:pt x="633502" y="41843"/>
                    </a:cubicBezTo>
                    <a:lnTo>
                      <a:pt x="633502" y="127116"/>
                    </a:lnTo>
                    <a:cubicBezTo>
                      <a:pt x="633502" y="150225"/>
                      <a:pt x="614769" y="168958"/>
                      <a:pt x="591660" y="168958"/>
                    </a:cubicBezTo>
                    <a:lnTo>
                      <a:pt x="41843" y="168958"/>
                    </a:lnTo>
                    <a:cubicBezTo>
                      <a:pt x="30745" y="168958"/>
                      <a:pt x="20102" y="164550"/>
                      <a:pt x="12255" y="156703"/>
                    </a:cubicBezTo>
                    <a:cubicBezTo>
                      <a:pt x="4408" y="148856"/>
                      <a:pt x="0" y="138213"/>
                      <a:pt x="0" y="127116"/>
                    </a:cubicBezTo>
                    <a:lnTo>
                      <a:pt x="0" y="41843"/>
                    </a:lnTo>
                    <a:cubicBezTo>
                      <a:pt x="0" y="30745"/>
                      <a:pt x="4408" y="20102"/>
                      <a:pt x="12255" y="12255"/>
                    </a:cubicBezTo>
                    <a:cubicBezTo>
                      <a:pt x="20102" y="4408"/>
                      <a:pt x="30745" y="0"/>
                      <a:pt x="41843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633502" cy="2070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581298" y="101465"/>
              <a:ext cx="1463327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Calificar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58875" y="169033"/>
            <a:ext cx="631336" cy="605690"/>
          </a:xfrm>
          <a:custGeom>
            <a:avLst/>
            <a:gdLst/>
            <a:ahLst/>
            <a:cxnLst/>
            <a:rect r="r" b="b" t="t" l="l"/>
            <a:pathLst>
              <a:path h="605690" w="631336">
                <a:moveTo>
                  <a:pt x="0" y="0"/>
                </a:moveTo>
                <a:lnTo>
                  <a:pt x="631336" y="0"/>
                </a:lnTo>
                <a:lnTo>
                  <a:pt x="631336" y="605691"/>
                </a:lnTo>
                <a:lnTo>
                  <a:pt x="0" y="6056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142848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0" y="1028700"/>
            <a:ext cx="18288000" cy="1731837"/>
            <a:chOff x="0" y="0"/>
            <a:chExt cx="4816593" cy="4561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456122"/>
            </a:xfrm>
            <a:custGeom>
              <a:avLst/>
              <a:gdLst/>
              <a:ahLst/>
              <a:cxnLst/>
              <a:rect r="r" b="b" t="t" l="l"/>
              <a:pathLst>
                <a:path h="45612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6122"/>
                  </a:lnTo>
                  <a:lnTo>
                    <a:pt x="0" y="456122"/>
                  </a:lnTo>
                  <a:close/>
                </a:path>
              </a:pathLst>
            </a:custGeom>
            <a:solidFill>
              <a:srgbClr val="FFFFFF">
                <a:alpha val="4706"/>
              </a:srgbClr>
            </a:solidFill>
            <a:ln w="38100" cap="sq">
              <a:solidFill>
                <a:srgbClr val="000000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816593" cy="513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39238" y="4274503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805379" y="3069021"/>
            <a:ext cx="4966888" cy="5889518"/>
            <a:chOff x="0" y="0"/>
            <a:chExt cx="1308151" cy="15511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8151" cy="1551149"/>
            </a:xfrm>
            <a:custGeom>
              <a:avLst/>
              <a:gdLst/>
              <a:ahLst/>
              <a:cxnLst/>
              <a:rect r="r" b="b" t="t" l="l"/>
              <a:pathLst>
                <a:path h="1551149" w="1308151">
                  <a:moveTo>
                    <a:pt x="29615" y="0"/>
                  </a:moveTo>
                  <a:lnTo>
                    <a:pt x="1278536" y="0"/>
                  </a:lnTo>
                  <a:cubicBezTo>
                    <a:pt x="1286391" y="0"/>
                    <a:pt x="1293923" y="3120"/>
                    <a:pt x="1299477" y="8674"/>
                  </a:cubicBezTo>
                  <a:cubicBezTo>
                    <a:pt x="1305031" y="14228"/>
                    <a:pt x="1308151" y="21761"/>
                    <a:pt x="1308151" y="29615"/>
                  </a:cubicBezTo>
                  <a:lnTo>
                    <a:pt x="1308151" y="1521533"/>
                  </a:lnTo>
                  <a:cubicBezTo>
                    <a:pt x="1308151" y="1537889"/>
                    <a:pt x="1294892" y="1551149"/>
                    <a:pt x="1278536" y="1551149"/>
                  </a:cubicBezTo>
                  <a:lnTo>
                    <a:pt x="29615" y="1551149"/>
                  </a:lnTo>
                  <a:cubicBezTo>
                    <a:pt x="21761" y="1551149"/>
                    <a:pt x="14228" y="1548029"/>
                    <a:pt x="8674" y="1542475"/>
                  </a:cubicBezTo>
                  <a:cubicBezTo>
                    <a:pt x="3120" y="1536921"/>
                    <a:pt x="0" y="1529388"/>
                    <a:pt x="0" y="1521533"/>
                  </a:cubicBezTo>
                  <a:lnTo>
                    <a:pt x="0" y="29615"/>
                  </a:lnTo>
                  <a:cubicBezTo>
                    <a:pt x="0" y="13259"/>
                    <a:pt x="13259" y="0"/>
                    <a:pt x="29615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1308151" cy="1522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243845" y="3657467"/>
            <a:ext cx="2034040" cy="2139048"/>
          </a:xfrm>
          <a:custGeom>
            <a:avLst/>
            <a:gdLst/>
            <a:ahLst/>
            <a:cxnLst/>
            <a:rect r="r" b="b" t="t" l="l"/>
            <a:pathLst>
              <a:path h="2139048" w="2034040">
                <a:moveTo>
                  <a:pt x="0" y="0"/>
                </a:moveTo>
                <a:lnTo>
                  <a:pt x="2034040" y="0"/>
                </a:lnTo>
                <a:lnTo>
                  <a:pt x="2034040" y="2139049"/>
                </a:lnTo>
                <a:lnTo>
                  <a:pt x="0" y="21390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927936" y="7759737"/>
            <a:ext cx="2665858" cy="753826"/>
            <a:chOff x="0" y="0"/>
            <a:chExt cx="3554478" cy="100510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3554478" cy="1005101"/>
              <a:chOff x="0" y="0"/>
              <a:chExt cx="702119" cy="19853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02119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702119">
                    <a:moveTo>
                      <a:pt x="37753" y="0"/>
                    </a:moveTo>
                    <a:lnTo>
                      <a:pt x="664366" y="0"/>
                    </a:lnTo>
                    <a:cubicBezTo>
                      <a:pt x="674379" y="0"/>
                      <a:pt x="683981" y="3978"/>
                      <a:pt x="691061" y="11058"/>
                    </a:cubicBezTo>
                    <a:cubicBezTo>
                      <a:pt x="698141" y="18138"/>
                      <a:pt x="702119" y="27741"/>
                      <a:pt x="702119" y="37753"/>
                    </a:cubicBezTo>
                    <a:lnTo>
                      <a:pt x="702119" y="160785"/>
                    </a:lnTo>
                    <a:cubicBezTo>
                      <a:pt x="702119" y="170798"/>
                      <a:pt x="698141" y="180401"/>
                      <a:pt x="691061" y="187481"/>
                    </a:cubicBezTo>
                    <a:cubicBezTo>
                      <a:pt x="683981" y="194561"/>
                      <a:pt x="674379" y="198538"/>
                      <a:pt x="664366" y="198538"/>
                    </a:cubicBezTo>
                    <a:lnTo>
                      <a:pt x="37753" y="198538"/>
                    </a:lnTo>
                    <a:cubicBezTo>
                      <a:pt x="27741" y="198538"/>
                      <a:pt x="18138" y="194561"/>
                      <a:pt x="11058" y="187481"/>
                    </a:cubicBezTo>
                    <a:cubicBezTo>
                      <a:pt x="3978" y="180401"/>
                      <a:pt x="0" y="170798"/>
                      <a:pt x="0" y="160785"/>
                    </a:cubicBezTo>
                    <a:lnTo>
                      <a:pt x="0" y="37753"/>
                    </a:lnTo>
                    <a:cubicBezTo>
                      <a:pt x="0" y="27741"/>
                      <a:pt x="3978" y="18138"/>
                      <a:pt x="11058" y="11058"/>
                    </a:cubicBezTo>
                    <a:cubicBezTo>
                      <a:pt x="18138" y="3978"/>
                      <a:pt x="27741" y="0"/>
                      <a:pt x="37753" y="0"/>
                    </a:cubicBezTo>
                    <a:close/>
                  </a:path>
                </a:pathLst>
              </a:custGeom>
              <a:solidFill>
                <a:srgbClr val="18A1D5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702119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786852" y="124937"/>
              <a:ext cx="198077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F1F2E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655794" y="3069021"/>
            <a:ext cx="4966888" cy="5889518"/>
            <a:chOff x="0" y="0"/>
            <a:chExt cx="1308151" cy="15511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08151" cy="1551149"/>
            </a:xfrm>
            <a:custGeom>
              <a:avLst/>
              <a:gdLst/>
              <a:ahLst/>
              <a:cxnLst/>
              <a:rect r="r" b="b" t="t" l="l"/>
              <a:pathLst>
                <a:path h="1551149" w="1308151">
                  <a:moveTo>
                    <a:pt x="29615" y="0"/>
                  </a:moveTo>
                  <a:lnTo>
                    <a:pt x="1278536" y="0"/>
                  </a:lnTo>
                  <a:cubicBezTo>
                    <a:pt x="1286391" y="0"/>
                    <a:pt x="1293923" y="3120"/>
                    <a:pt x="1299477" y="8674"/>
                  </a:cubicBezTo>
                  <a:cubicBezTo>
                    <a:pt x="1305031" y="14228"/>
                    <a:pt x="1308151" y="21761"/>
                    <a:pt x="1308151" y="29615"/>
                  </a:cubicBezTo>
                  <a:lnTo>
                    <a:pt x="1308151" y="1521533"/>
                  </a:lnTo>
                  <a:cubicBezTo>
                    <a:pt x="1308151" y="1537889"/>
                    <a:pt x="1294892" y="1551149"/>
                    <a:pt x="1278536" y="1551149"/>
                  </a:cubicBezTo>
                  <a:lnTo>
                    <a:pt x="29615" y="1551149"/>
                  </a:lnTo>
                  <a:cubicBezTo>
                    <a:pt x="21761" y="1551149"/>
                    <a:pt x="14228" y="1548029"/>
                    <a:pt x="8674" y="1542475"/>
                  </a:cubicBezTo>
                  <a:cubicBezTo>
                    <a:pt x="3120" y="1536921"/>
                    <a:pt x="0" y="1529388"/>
                    <a:pt x="0" y="1521533"/>
                  </a:cubicBezTo>
                  <a:lnTo>
                    <a:pt x="0" y="29615"/>
                  </a:lnTo>
                  <a:cubicBezTo>
                    <a:pt x="0" y="13259"/>
                    <a:pt x="13259" y="0"/>
                    <a:pt x="29615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1308151" cy="1522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508506" y="3069021"/>
            <a:ext cx="4966888" cy="5889518"/>
            <a:chOff x="0" y="0"/>
            <a:chExt cx="1308151" cy="155114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08151" cy="1551149"/>
            </a:xfrm>
            <a:custGeom>
              <a:avLst/>
              <a:gdLst/>
              <a:ahLst/>
              <a:cxnLst/>
              <a:rect r="r" b="b" t="t" l="l"/>
              <a:pathLst>
                <a:path h="1551149" w="1308151">
                  <a:moveTo>
                    <a:pt x="29615" y="0"/>
                  </a:moveTo>
                  <a:lnTo>
                    <a:pt x="1278536" y="0"/>
                  </a:lnTo>
                  <a:cubicBezTo>
                    <a:pt x="1286391" y="0"/>
                    <a:pt x="1293923" y="3120"/>
                    <a:pt x="1299477" y="8674"/>
                  </a:cubicBezTo>
                  <a:cubicBezTo>
                    <a:pt x="1305031" y="14228"/>
                    <a:pt x="1308151" y="21761"/>
                    <a:pt x="1308151" y="29615"/>
                  </a:cubicBezTo>
                  <a:lnTo>
                    <a:pt x="1308151" y="1521533"/>
                  </a:lnTo>
                  <a:cubicBezTo>
                    <a:pt x="1308151" y="1537889"/>
                    <a:pt x="1294892" y="1551149"/>
                    <a:pt x="1278536" y="1551149"/>
                  </a:cubicBezTo>
                  <a:lnTo>
                    <a:pt x="29615" y="1551149"/>
                  </a:lnTo>
                  <a:cubicBezTo>
                    <a:pt x="21761" y="1551149"/>
                    <a:pt x="14228" y="1548029"/>
                    <a:pt x="8674" y="1542475"/>
                  </a:cubicBezTo>
                  <a:cubicBezTo>
                    <a:pt x="3120" y="1536921"/>
                    <a:pt x="0" y="1529388"/>
                    <a:pt x="0" y="1521533"/>
                  </a:cubicBezTo>
                  <a:lnTo>
                    <a:pt x="0" y="29615"/>
                  </a:lnTo>
                  <a:cubicBezTo>
                    <a:pt x="0" y="13259"/>
                    <a:pt x="13259" y="0"/>
                    <a:pt x="29615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28575"/>
              <a:ext cx="1308151" cy="1522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8389257" y="3341445"/>
            <a:ext cx="1519012" cy="2672336"/>
          </a:xfrm>
          <a:custGeom>
            <a:avLst/>
            <a:gdLst/>
            <a:ahLst/>
            <a:cxnLst/>
            <a:rect r="r" b="b" t="t" l="l"/>
            <a:pathLst>
              <a:path h="2672336" w="1519012">
                <a:moveTo>
                  <a:pt x="0" y="0"/>
                </a:moveTo>
                <a:lnTo>
                  <a:pt x="1519011" y="0"/>
                </a:lnTo>
                <a:lnTo>
                  <a:pt x="1519011" y="2672335"/>
                </a:lnTo>
                <a:lnTo>
                  <a:pt x="0" y="26723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7807079" y="7759737"/>
            <a:ext cx="2665858" cy="753826"/>
            <a:chOff x="0" y="0"/>
            <a:chExt cx="3554478" cy="1005101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3554478" cy="1005101"/>
              <a:chOff x="0" y="0"/>
              <a:chExt cx="702119" cy="198538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702119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702119">
                    <a:moveTo>
                      <a:pt x="37753" y="0"/>
                    </a:moveTo>
                    <a:lnTo>
                      <a:pt x="664366" y="0"/>
                    </a:lnTo>
                    <a:cubicBezTo>
                      <a:pt x="674379" y="0"/>
                      <a:pt x="683981" y="3978"/>
                      <a:pt x="691061" y="11058"/>
                    </a:cubicBezTo>
                    <a:cubicBezTo>
                      <a:pt x="698141" y="18138"/>
                      <a:pt x="702119" y="27741"/>
                      <a:pt x="702119" y="37753"/>
                    </a:cubicBezTo>
                    <a:lnTo>
                      <a:pt x="702119" y="160785"/>
                    </a:lnTo>
                    <a:cubicBezTo>
                      <a:pt x="702119" y="170798"/>
                      <a:pt x="698141" y="180401"/>
                      <a:pt x="691061" y="187481"/>
                    </a:cubicBezTo>
                    <a:cubicBezTo>
                      <a:pt x="683981" y="194561"/>
                      <a:pt x="674379" y="198538"/>
                      <a:pt x="664366" y="198538"/>
                    </a:cubicBezTo>
                    <a:lnTo>
                      <a:pt x="37753" y="198538"/>
                    </a:lnTo>
                    <a:cubicBezTo>
                      <a:pt x="27741" y="198538"/>
                      <a:pt x="18138" y="194561"/>
                      <a:pt x="11058" y="187481"/>
                    </a:cubicBezTo>
                    <a:cubicBezTo>
                      <a:pt x="3978" y="180401"/>
                      <a:pt x="0" y="170798"/>
                      <a:pt x="0" y="160785"/>
                    </a:cubicBezTo>
                    <a:lnTo>
                      <a:pt x="0" y="37753"/>
                    </a:lnTo>
                    <a:cubicBezTo>
                      <a:pt x="0" y="27741"/>
                      <a:pt x="3978" y="18138"/>
                      <a:pt x="11058" y="11058"/>
                    </a:cubicBezTo>
                    <a:cubicBezTo>
                      <a:pt x="18138" y="3978"/>
                      <a:pt x="27741" y="0"/>
                      <a:pt x="37753" y="0"/>
                    </a:cubicBezTo>
                    <a:close/>
                  </a:path>
                </a:pathLst>
              </a:custGeom>
              <a:solidFill>
                <a:srgbClr val="18A1D5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702119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786852" y="124937"/>
              <a:ext cx="198077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F1F2E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683967" y="7759737"/>
            <a:ext cx="2665858" cy="753826"/>
            <a:chOff x="0" y="0"/>
            <a:chExt cx="3554478" cy="1005101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3554478" cy="1005101"/>
              <a:chOff x="0" y="0"/>
              <a:chExt cx="702119" cy="198538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702119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702119">
                    <a:moveTo>
                      <a:pt x="37753" y="0"/>
                    </a:moveTo>
                    <a:lnTo>
                      <a:pt x="664366" y="0"/>
                    </a:lnTo>
                    <a:cubicBezTo>
                      <a:pt x="674379" y="0"/>
                      <a:pt x="683981" y="3978"/>
                      <a:pt x="691061" y="11058"/>
                    </a:cubicBezTo>
                    <a:cubicBezTo>
                      <a:pt x="698141" y="18138"/>
                      <a:pt x="702119" y="27741"/>
                      <a:pt x="702119" y="37753"/>
                    </a:cubicBezTo>
                    <a:lnTo>
                      <a:pt x="702119" y="160785"/>
                    </a:lnTo>
                    <a:cubicBezTo>
                      <a:pt x="702119" y="170798"/>
                      <a:pt x="698141" y="180401"/>
                      <a:pt x="691061" y="187481"/>
                    </a:cubicBezTo>
                    <a:cubicBezTo>
                      <a:pt x="683981" y="194561"/>
                      <a:pt x="674379" y="198538"/>
                      <a:pt x="664366" y="198538"/>
                    </a:cubicBezTo>
                    <a:lnTo>
                      <a:pt x="37753" y="198538"/>
                    </a:lnTo>
                    <a:cubicBezTo>
                      <a:pt x="27741" y="198538"/>
                      <a:pt x="18138" y="194561"/>
                      <a:pt x="11058" y="187481"/>
                    </a:cubicBezTo>
                    <a:cubicBezTo>
                      <a:pt x="3978" y="180401"/>
                      <a:pt x="0" y="170798"/>
                      <a:pt x="0" y="160785"/>
                    </a:cubicBezTo>
                    <a:lnTo>
                      <a:pt x="0" y="37753"/>
                    </a:lnTo>
                    <a:cubicBezTo>
                      <a:pt x="0" y="27741"/>
                      <a:pt x="3978" y="18138"/>
                      <a:pt x="11058" y="11058"/>
                    </a:cubicBezTo>
                    <a:cubicBezTo>
                      <a:pt x="18138" y="3978"/>
                      <a:pt x="27741" y="0"/>
                      <a:pt x="37753" y="0"/>
                    </a:cubicBezTo>
                    <a:close/>
                  </a:path>
                </a:pathLst>
              </a:custGeom>
              <a:solidFill>
                <a:srgbClr val="18A1D5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702119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786852" y="124937"/>
              <a:ext cx="198077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F1F2E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4614962" y="3746538"/>
            <a:ext cx="1394695" cy="1960907"/>
          </a:xfrm>
          <a:custGeom>
            <a:avLst/>
            <a:gdLst/>
            <a:ahLst/>
            <a:cxnLst/>
            <a:rect r="r" b="b" t="t" l="l"/>
            <a:pathLst>
              <a:path h="1960907" w="1394695">
                <a:moveTo>
                  <a:pt x="0" y="0"/>
                </a:moveTo>
                <a:lnTo>
                  <a:pt x="1394695" y="0"/>
                </a:lnTo>
                <a:lnTo>
                  <a:pt x="1394695" y="1960907"/>
                </a:lnTo>
                <a:lnTo>
                  <a:pt x="0" y="19609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322691" y="169033"/>
            <a:ext cx="706009" cy="607496"/>
          </a:xfrm>
          <a:custGeom>
            <a:avLst/>
            <a:gdLst/>
            <a:ahLst/>
            <a:cxnLst/>
            <a:rect r="r" b="b" t="t" l="l"/>
            <a:pathLst>
              <a:path h="607496" w="706009">
                <a:moveTo>
                  <a:pt x="0" y="0"/>
                </a:moveTo>
                <a:lnTo>
                  <a:pt x="706009" y="0"/>
                </a:lnTo>
                <a:lnTo>
                  <a:pt x="706009" y="607496"/>
                </a:lnTo>
                <a:lnTo>
                  <a:pt x="0" y="6074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28700" y="6375599"/>
            <a:ext cx="193738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</a:t>
            </a: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aptop Pro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8700" y="6849147"/>
            <a:ext cx="195655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echStore MX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277885" y="6849147"/>
            <a:ext cx="121360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⭐ 4.5/5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476720" y="6375599"/>
            <a:ext cx="101477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$1299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907843" y="6375599"/>
            <a:ext cx="252757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</a:t>
            </a: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artphone X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907843" y="6849147"/>
            <a:ext cx="164353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obile Plus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157028" y="6849147"/>
            <a:ext cx="121360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⭐ 4.8/5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457304" y="6375599"/>
            <a:ext cx="81188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$899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761455" y="6375599"/>
            <a:ext cx="257413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Auricul</a:t>
            </a: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ares BT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725617" y="6849147"/>
            <a:ext cx="176176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Audi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World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033916" y="6849147"/>
            <a:ext cx="121360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⭐ 4.3/5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6334192" y="6375599"/>
            <a:ext cx="81188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$199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04965" y="1097059"/>
            <a:ext cx="97827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Inicio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50643" y="1645064"/>
            <a:ext cx="215132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Mis Pedidos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50643" y="2165542"/>
            <a:ext cx="191544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8A1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 Cuenta</a:t>
            </a:r>
          </a:p>
        </p:txBody>
      </p:sp>
      <p:sp>
        <p:nvSpPr>
          <p:cNvPr name="AutoShape 56" id="56"/>
          <p:cNvSpPr/>
          <p:nvPr/>
        </p:nvSpPr>
        <p:spPr>
          <a:xfrm>
            <a:off x="0" y="2760537"/>
            <a:ext cx="18264949" cy="0"/>
          </a:xfrm>
          <a:prstGeom prst="line">
            <a:avLst/>
          </a:prstGeom>
          <a:ln cap="flat" w="38100">
            <a:solidFill>
              <a:srgbClr val="B4B4B4">
                <a:alpha val="58824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58875" y="169033"/>
            <a:ext cx="631336" cy="605690"/>
          </a:xfrm>
          <a:custGeom>
            <a:avLst/>
            <a:gdLst/>
            <a:ahLst/>
            <a:cxnLst/>
            <a:rect r="r" b="b" t="t" l="l"/>
            <a:pathLst>
              <a:path h="605690" w="631336">
                <a:moveTo>
                  <a:pt x="0" y="0"/>
                </a:moveTo>
                <a:lnTo>
                  <a:pt x="631336" y="0"/>
                </a:lnTo>
                <a:lnTo>
                  <a:pt x="631336" y="605691"/>
                </a:lnTo>
                <a:lnTo>
                  <a:pt x="0" y="6056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142848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322691" y="169033"/>
            <a:ext cx="706009" cy="607496"/>
          </a:xfrm>
          <a:custGeom>
            <a:avLst/>
            <a:gdLst/>
            <a:ahLst/>
            <a:cxnLst/>
            <a:rect r="r" b="b" t="t" l="l"/>
            <a:pathLst>
              <a:path h="607496" w="706009">
                <a:moveTo>
                  <a:pt x="0" y="0"/>
                </a:moveTo>
                <a:lnTo>
                  <a:pt x="706009" y="0"/>
                </a:lnTo>
                <a:lnTo>
                  <a:pt x="706009" y="607496"/>
                </a:lnTo>
                <a:lnTo>
                  <a:pt x="0" y="6074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1384258"/>
            <a:ext cx="586792" cy="586792"/>
          </a:xfrm>
          <a:custGeom>
            <a:avLst/>
            <a:gdLst/>
            <a:ahLst/>
            <a:cxnLst/>
            <a:rect r="r" b="b" t="t" l="l"/>
            <a:pathLst>
              <a:path h="586792" w="586792">
                <a:moveTo>
                  <a:pt x="0" y="0"/>
                </a:moveTo>
                <a:lnTo>
                  <a:pt x="586792" y="0"/>
                </a:lnTo>
                <a:lnTo>
                  <a:pt x="586792" y="586792"/>
                </a:lnTo>
                <a:lnTo>
                  <a:pt x="0" y="5867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99555" y="4882905"/>
            <a:ext cx="631336" cy="700070"/>
          </a:xfrm>
          <a:custGeom>
            <a:avLst/>
            <a:gdLst/>
            <a:ahLst/>
            <a:cxnLst/>
            <a:rect r="r" b="b" t="t" l="l"/>
            <a:pathLst>
              <a:path h="700070" w="631336">
                <a:moveTo>
                  <a:pt x="0" y="0"/>
                </a:moveTo>
                <a:lnTo>
                  <a:pt x="631336" y="0"/>
                </a:lnTo>
                <a:lnTo>
                  <a:pt x="631336" y="700070"/>
                </a:lnTo>
                <a:lnTo>
                  <a:pt x="0" y="7000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26624" y="161314"/>
            <a:ext cx="261913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Jesus Lopez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5124" y="1433205"/>
            <a:ext cx="162213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Cuenta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95979" y="4881548"/>
            <a:ext cx="181475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Pagos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69668" y="1913900"/>
            <a:ext cx="5251444" cy="278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1" action="ppaction://hlinksldjump"/>
              </a:rPr>
              <a:t>Modificar Datos                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2" action="ppaction://hlinksldjump"/>
              </a:rPr>
              <a:t>Ver Movimientos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3" action="ppaction://hlinksldjump"/>
              </a:rPr>
              <a:t>Modificar Direcciones 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4" action="ppaction://hlinksldjump"/>
              </a:rPr>
              <a:t>Modificar Credenciales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5" action="ppaction://hlinksldjump"/>
              </a:rPr>
              <a:t>Cerrar Cuenta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40523" y="5447839"/>
            <a:ext cx="5251444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Agregar Tarjeta 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Quitar Tarjeta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Modificar Tarjeta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266991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921419" y="-12890"/>
            <a:ext cx="1014248" cy="858210"/>
          </a:xfrm>
          <a:custGeom>
            <a:avLst/>
            <a:gdLst/>
            <a:ahLst/>
            <a:cxnLst/>
            <a:rect r="r" b="b" t="t" l="l"/>
            <a:pathLst>
              <a:path h="858210" w="1014248">
                <a:moveTo>
                  <a:pt x="0" y="0"/>
                </a:moveTo>
                <a:lnTo>
                  <a:pt x="1014249" y="0"/>
                </a:lnTo>
                <a:lnTo>
                  <a:pt x="1014249" y="858210"/>
                </a:lnTo>
                <a:lnTo>
                  <a:pt x="0" y="8582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0039" t="-6578" r="-1139" b="-12082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2942023"/>
            <a:ext cx="9175152" cy="925911"/>
            <a:chOff x="0" y="0"/>
            <a:chExt cx="2416501" cy="2438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16501" cy="243861"/>
            </a:xfrm>
            <a:custGeom>
              <a:avLst/>
              <a:gdLst/>
              <a:ahLst/>
              <a:cxnLst/>
              <a:rect r="r" b="b" t="t" l="l"/>
              <a:pathLst>
                <a:path h="243861" w="2416501">
                  <a:moveTo>
                    <a:pt x="16032" y="0"/>
                  </a:moveTo>
                  <a:lnTo>
                    <a:pt x="2400469" y="0"/>
                  </a:lnTo>
                  <a:cubicBezTo>
                    <a:pt x="2409323" y="0"/>
                    <a:pt x="2416501" y="7178"/>
                    <a:pt x="2416501" y="16032"/>
                  </a:cubicBezTo>
                  <a:lnTo>
                    <a:pt x="2416501" y="227829"/>
                  </a:lnTo>
                  <a:cubicBezTo>
                    <a:pt x="2416501" y="232081"/>
                    <a:pt x="2414812" y="236159"/>
                    <a:pt x="2411805" y="239166"/>
                  </a:cubicBezTo>
                  <a:cubicBezTo>
                    <a:pt x="2408799" y="242172"/>
                    <a:pt x="2404721" y="243861"/>
                    <a:pt x="2400469" y="243861"/>
                  </a:cubicBezTo>
                  <a:lnTo>
                    <a:pt x="16032" y="243861"/>
                  </a:lnTo>
                  <a:cubicBezTo>
                    <a:pt x="11780" y="243861"/>
                    <a:pt x="7702" y="242172"/>
                    <a:pt x="4696" y="239166"/>
                  </a:cubicBezTo>
                  <a:cubicBezTo>
                    <a:pt x="1689" y="236159"/>
                    <a:pt x="0" y="232081"/>
                    <a:pt x="0" y="227829"/>
                  </a:cubicBezTo>
                  <a:lnTo>
                    <a:pt x="0" y="16032"/>
                  </a:lnTo>
                  <a:cubicBezTo>
                    <a:pt x="0" y="7178"/>
                    <a:pt x="7178" y="0"/>
                    <a:pt x="16032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2416501" cy="21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2241617"/>
            <a:ext cx="372575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Nombre Completo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8831" y="1367222"/>
            <a:ext cx="489596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10" action="ppaction://hlinksldjump"/>
              </a:rPr>
              <a:t>← Modificar Datos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852223" y="8273727"/>
            <a:ext cx="4407077" cy="1118835"/>
            <a:chOff x="0" y="0"/>
            <a:chExt cx="1160712" cy="29467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60712" cy="294673"/>
            </a:xfrm>
            <a:custGeom>
              <a:avLst/>
              <a:gdLst/>
              <a:ahLst/>
              <a:cxnLst/>
              <a:rect r="r" b="b" t="t" l="l"/>
              <a:pathLst>
                <a:path h="294673" w="1160712">
                  <a:moveTo>
                    <a:pt x="42161" y="0"/>
                  </a:moveTo>
                  <a:lnTo>
                    <a:pt x="1118551" y="0"/>
                  </a:lnTo>
                  <a:cubicBezTo>
                    <a:pt x="1141836" y="0"/>
                    <a:pt x="1160712" y="18876"/>
                    <a:pt x="1160712" y="42161"/>
                  </a:cubicBezTo>
                  <a:lnTo>
                    <a:pt x="1160712" y="252512"/>
                  </a:lnTo>
                  <a:cubicBezTo>
                    <a:pt x="1160712" y="275797"/>
                    <a:pt x="1141836" y="294673"/>
                    <a:pt x="1118551" y="294673"/>
                  </a:cubicBezTo>
                  <a:lnTo>
                    <a:pt x="42161" y="294673"/>
                  </a:lnTo>
                  <a:cubicBezTo>
                    <a:pt x="18876" y="294673"/>
                    <a:pt x="0" y="275797"/>
                    <a:pt x="0" y="252512"/>
                  </a:cubicBezTo>
                  <a:lnTo>
                    <a:pt x="0" y="42161"/>
                  </a:lnTo>
                  <a:cubicBezTo>
                    <a:pt x="0" y="18876"/>
                    <a:pt x="18876" y="0"/>
                    <a:pt x="42161" y="0"/>
                  </a:cubicBezTo>
                  <a:close/>
                </a:path>
              </a:pathLst>
            </a:custGeom>
            <a:solidFill>
              <a:srgbClr val="18A1D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60712" cy="332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478027" y="8563905"/>
            <a:ext cx="321839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1F2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Guardar Cambios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4976" y="3013310"/>
            <a:ext cx="2671961" cy="69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6"/>
              </a:lnSpc>
            </a:pPr>
            <a:r>
              <a:rPr lang="en-US" sz="3200" spc="5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Juan Perez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72575" y="4856859"/>
            <a:ext cx="9175152" cy="925911"/>
            <a:chOff x="0" y="0"/>
            <a:chExt cx="2416501" cy="2438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16501" cy="243861"/>
            </a:xfrm>
            <a:custGeom>
              <a:avLst/>
              <a:gdLst/>
              <a:ahLst/>
              <a:cxnLst/>
              <a:rect r="r" b="b" t="t" l="l"/>
              <a:pathLst>
                <a:path h="243861" w="2416501">
                  <a:moveTo>
                    <a:pt x="16032" y="0"/>
                  </a:moveTo>
                  <a:lnTo>
                    <a:pt x="2400469" y="0"/>
                  </a:lnTo>
                  <a:cubicBezTo>
                    <a:pt x="2409323" y="0"/>
                    <a:pt x="2416501" y="7178"/>
                    <a:pt x="2416501" y="16032"/>
                  </a:cubicBezTo>
                  <a:lnTo>
                    <a:pt x="2416501" y="227829"/>
                  </a:lnTo>
                  <a:cubicBezTo>
                    <a:pt x="2416501" y="232081"/>
                    <a:pt x="2414812" y="236159"/>
                    <a:pt x="2411805" y="239166"/>
                  </a:cubicBezTo>
                  <a:cubicBezTo>
                    <a:pt x="2408799" y="242172"/>
                    <a:pt x="2404721" y="243861"/>
                    <a:pt x="2400469" y="243861"/>
                  </a:cubicBezTo>
                  <a:lnTo>
                    <a:pt x="16032" y="243861"/>
                  </a:lnTo>
                  <a:cubicBezTo>
                    <a:pt x="11780" y="243861"/>
                    <a:pt x="7702" y="242172"/>
                    <a:pt x="4696" y="239166"/>
                  </a:cubicBezTo>
                  <a:cubicBezTo>
                    <a:pt x="1689" y="236159"/>
                    <a:pt x="0" y="232081"/>
                    <a:pt x="0" y="227829"/>
                  </a:cubicBezTo>
                  <a:lnTo>
                    <a:pt x="0" y="16032"/>
                  </a:lnTo>
                  <a:cubicBezTo>
                    <a:pt x="0" y="7178"/>
                    <a:pt x="7178" y="0"/>
                    <a:pt x="16032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2416501" cy="21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15808" y="4160770"/>
            <a:ext cx="119697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Email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8851" y="4928146"/>
            <a:ext cx="3359480" cy="69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6"/>
              </a:lnSpc>
            </a:pPr>
            <a:r>
              <a:rPr lang="en-US" sz="3200" spc="5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Juan@email.com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72575" y="6837837"/>
            <a:ext cx="9175152" cy="925911"/>
            <a:chOff x="0" y="0"/>
            <a:chExt cx="2416501" cy="24386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16501" cy="243861"/>
            </a:xfrm>
            <a:custGeom>
              <a:avLst/>
              <a:gdLst/>
              <a:ahLst/>
              <a:cxnLst/>
              <a:rect r="r" b="b" t="t" l="l"/>
              <a:pathLst>
                <a:path h="243861" w="2416501">
                  <a:moveTo>
                    <a:pt x="16032" y="0"/>
                  </a:moveTo>
                  <a:lnTo>
                    <a:pt x="2400469" y="0"/>
                  </a:lnTo>
                  <a:cubicBezTo>
                    <a:pt x="2409323" y="0"/>
                    <a:pt x="2416501" y="7178"/>
                    <a:pt x="2416501" y="16032"/>
                  </a:cubicBezTo>
                  <a:lnTo>
                    <a:pt x="2416501" y="227829"/>
                  </a:lnTo>
                  <a:cubicBezTo>
                    <a:pt x="2416501" y="232081"/>
                    <a:pt x="2414812" y="236159"/>
                    <a:pt x="2411805" y="239166"/>
                  </a:cubicBezTo>
                  <a:cubicBezTo>
                    <a:pt x="2408799" y="242172"/>
                    <a:pt x="2404721" y="243861"/>
                    <a:pt x="2400469" y="243861"/>
                  </a:cubicBezTo>
                  <a:lnTo>
                    <a:pt x="16032" y="243861"/>
                  </a:lnTo>
                  <a:cubicBezTo>
                    <a:pt x="11780" y="243861"/>
                    <a:pt x="7702" y="242172"/>
                    <a:pt x="4696" y="239166"/>
                  </a:cubicBezTo>
                  <a:cubicBezTo>
                    <a:pt x="1689" y="236159"/>
                    <a:pt x="0" y="232081"/>
                    <a:pt x="0" y="227829"/>
                  </a:cubicBezTo>
                  <a:lnTo>
                    <a:pt x="0" y="16032"/>
                  </a:lnTo>
                  <a:cubicBezTo>
                    <a:pt x="0" y="7178"/>
                    <a:pt x="7178" y="0"/>
                    <a:pt x="16032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2416501" cy="21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72575" y="6137431"/>
            <a:ext cx="186287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Teléfono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38851" y="6909124"/>
            <a:ext cx="3359480" cy="69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6"/>
              </a:lnSpc>
            </a:pPr>
            <a:r>
              <a:rPr lang="en-US" sz="3200" spc="5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81-25.69-22-76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28700" y="8626077"/>
            <a:ext cx="9175152" cy="925911"/>
            <a:chOff x="0" y="0"/>
            <a:chExt cx="2416501" cy="24386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16501" cy="243861"/>
            </a:xfrm>
            <a:custGeom>
              <a:avLst/>
              <a:gdLst/>
              <a:ahLst/>
              <a:cxnLst/>
              <a:rect r="r" b="b" t="t" l="l"/>
              <a:pathLst>
                <a:path h="243861" w="2416501">
                  <a:moveTo>
                    <a:pt x="16032" y="0"/>
                  </a:moveTo>
                  <a:lnTo>
                    <a:pt x="2400469" y="0"/>
                  </a:lnTo>
                  <a:cubicBezTo>
                    <a:pt x="2409323" y="0"/>
                    <a:pt x="2416501" y="7178"/>
                    <a:pt x="2416501" y="16032"/>
                  </a:cubicBezTo>
                  <a:lnTo>
                    <a:pt x="2416501" y="227829"/>
                  </a:lnTo>
                  <a:cubicBezTo>
                    <a:pt x="2416501" y="232081"/>
                    <a:pt x="2414812" y="236159"/>
                    <a:pt x="2411805" y="239166"/>
                  </a:cubicBezTo>
                  <a:cubicBezTo>
                    <a:pt x="2408799" y="242172"/>
                    <a:pt x="2404721" y="243861"/>
                    <a:pt x="2400469" y="243861"/>
                  </a:cubicBezTo>
                  <a:lnTo>
                    <a:pt x="16032" y="243861"/>
                  </a:lnTo>
                  <a:cubicBezTo>
                    <a:pt x="11780" y="243861"/>
                    <a:pt x="7702" y="242172"/>
                    <a:pt x="4696" y="239166"/>
                  </a:cubicBezTo>
                  <a:cubicBezTo>
                    <a:pt x="1689" y="236159"/>
                    <a:pt x="0" y="232081"/>
                    <a:pt x="0" y="227829"/>
                  </a:cubicBezTo>
                  <a:lnTo>
                    <a:pt x="0" y="16032"/>
                  </a:lnTo>
                  <a:cubicBezTo>
                    <a:pt x="0" y="7178"/>
                    <a:pt x="7178" y="0"/>
                    <a:pt x="16032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28575"/>
              <a:ext cx="2416501" cy="21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28700" y="7925672"/>
            <a:ext cx="376963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Fecha de nacimiento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94976" y="8697365"/>
            <a:ext cx="3359480" cy="69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6"/>
              </a:lnSpc>
            </a:pPr>
            <a:r>
              <a:rPr lang="en-US" sz="3200" spc="5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01/01/2003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266991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921419" y="-12890"/>
            <a:ext cx="1014248" cy="858210"/>
          </a:xfrm>
          <a:custGeom>
            <a:avLst/>
            <a:gdLst/>
            <a:ahLst/>
            <a:cxnLst/>
            <a:rect r="r" b="b" t="t" l="l"/>
            <a:pathLst>
              <a:path h="858210" w="1014248">
                <a:moveTo>
                  <a:pt x="0" y="0"/>
                </a:moveTo>
                <a:lnTo>
                  <a:pt x="1014249" y="0"/>
                </a:lnTo>
                <a:lnTo>
                  <a:pt x="1014249" y="858210"/>
                </a:lnTo>
                <a:lnTo>
                  <a:pt x="0" y="8582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0039" t="-6578" r="-1139" b="-12082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0391" y="1367222"/>
            <a:ext cx="727980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10" action="ppaction://hlinksldjump"/>
              </a:rPr>
              <a:t>← Movimientos de Cuenta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94147" y="2498792"/>
            <a:ext cx="17111859" cy="1295222"/>
            <a:chOff x="0" y="0"/>
            <a:chExt cx="4506827" cy="341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06827" cy="341128"/>
            </a:xfrm>
            <a:custGeom>
              <a:avLst/>
              <a:gdLst/>
              <a:ahLst/>
              <a:cxnLst/>
              <a:rect r="r" b="b" t="t" l="l"/>
              <a:pathLst>
                <a:path h="341128" w="4506827">
                  <a:moveTo>
                    <a:pt x="8596" y="0"/>
                  </a:moveTo>
                  <a:lnTo>
                    <a:pt x="4498231" y="0"/>
                  </a:lnTo>
                  <a:cubicBezTo>
                    <a:pt x="4502979" y="0"/>
                    <a:pt x="4506827" y="3849"/>
                    <a:pt x="4506827" y="8596"/>
                  </a:cubicBezTo>
                  <a:lnTo>
                    <a:pt x="4506827" y="332532"/>
                  </a:lnTo>
                  <a:cubicBezTo>
                    <a:pt x="4506827" y="334812"/>
                    <a:pt x="4505921" y="336999"/>
                    <a:pt x="4504310" y="338611"/>
                  </a:cubicBezTo>
                  <a:cubicBezTo>
                    <a:pt x="4502697" y="340223"/>
                    <a:pt x="4500511" y="341128"/>
                    <a:pt x="4498231" y="341128"/>
                  </a:cubicBezTo>
                  <a:lnTo>
                    <a:pt x="8596" y="341128"/>
                  </a:lnTo>
                  <a:cubicBezTo>
                    <a:pt x="6316" y="341128"/>
                    <a:pt x="4130" y="340223"/>
                    <a:pt x="2518" y="338611"/>
                  </a:cubicBezTo>
                  <a:cubicBezTo>
                    <a:pt x="906" y="336999"/>
                    <a:pt x="0" y="334812"/>
                    <a:pt x="0" y="332532"/>
                  </a:cubicBezTo>
                  <a:lnTo>
                    <a:pt x="0" y="8596"/>
                  </a:lnTo>
                  <a:cubicBezTo>
                    <a:pt x="0" y="6316"/>
                    <a:pt x="906" y="4130"/>
                    <a:pt x="2518" y="2518"/>
                  </a:cubicBezTo>
                  <a:cubicBezTo>
                    <a:pt x="4130" y="906"/>
                    <a:pt x="6316" y="0"/>
                    <a:pt x="8596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4506827" cy="312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3104709"/>
            <a:ext cx="2772251" cy="5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2"/>
              </a:lnSpc>
            </a:pPr>
            <a:r>
              <a:rPr lang="en-US" sz="2400" spc="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400" spc="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echa: 25 Oct 2025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94147" y="4394089"/>
            <a:ext cx="17111859" cy="1295222"/>
            <a:chOff x="0" y="0"/>
            <a:chExt cx="4506827" cy="3411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06827" cy="341128"/>
            </a:xfrm>
            <a:custGeom>
              <a:avLst/>
              <a:gdLst/>
              <a:ahLst/>
              <a:cxnLst/>
              <a:rect r="r" b="b" t="t" l="l"/>
              <a:pathLst>
                <a:path h="341128" w="4506827">
                  <a:moveTo>
                    <a:pt x="8596" y="0"/>
                  </a:moveTo>
                  <a:lnTo>
                    <a:pt x="4498231" y="0"/>
                  </a:lnTo>
                  <a:cubicBezTo>
                    <a:pt x="4502979" y="0"/>
                    <a:pt x="4506827" y="3849"/>
                    <a:pt x="4506827" y="8596"/>
                  </a:cubicBezTo>
                  <a:lnTo>
                    <a:pt x="4506827" y="332532"/>
                  </a:lnTo>
                  <a:cubicBezTo>
                    <a:pt x="4506827" y="334812"/>
                    <a:pt x="4505921" y="336999"/>
                    <a:pt x="4504310" y="338611"/>
                  </a:cubicBezTo>
                  <a:cubicBezTo>
                    <a:pt x="4502697" y="340223"/>
                    <a:pt x="4500511" y="341128"/>
                    <a:pt x="4498231" y="341128"/>
                  </a:cubicBezTo>
                  <a:lnTo>
                    <a:pt x="8596" y="341128"/>
                  </a:lnTo>
                  <a:cubicBezTo>
                    <a:pt x="6316" y="341128"/>
                    <a:pt x="4130" y="340223"/>
                    <a:pt x="2518" y="338611"/>
                  </a:cubicBezTo>
                  <a:cubicBezTo>
                    <a:pt x="906" y="336999"/>
                    <a:pt x="0" y="334812"/>
                    <a:pt x="0" y="332532"/>
                  </a:cubicBezTo>
                  <a:lnTo>
                    <a:pt x="0" y="8596"/>
                  </a:lnTo>
                  <a:cubicBezTo>
                    <a:pt x="0" y="6316"/>
                    <a:pt x="906" y="4130"/>
                    <a:pt x="2518" y="2518"/>
                  </a:cubicBezTo>
                  <a:cubicBezTo>
                    <a:pt x="4130" y="906"/>
                    <a:pt x="6316" y="0"/>
                    <a:pt x="8596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4506827" cy="312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4594114"/>
            <a:ext cx="342634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Pedido #ORD-002  -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4923044"/>
            <a:ext cx="2772251" cy="5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2"/>
              </a:lnSpc>
            </a:pPr>
            <a:r>
              <a:rPr lang="en-US" sz="2400" spc="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400" spc="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echa: 20 Oct 2025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2665073"/>
            <a:ext cx="553972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Pedido #ORD-001 - Laptop Pro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55044" y="4594114"/>
            <a:ext cx="337488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Mouse Defectuoso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667483" y="2901382"/>
            <a:ext cx="187047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</a:t>
            </a:r>
            <a:r>
              <a:rPr lang="en-US" b="true" sz="3200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$1379.00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855208" y="4605655"/>
            <a:ext cx="173962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+</a:t>
            </a:r>
            <a:r>
              <a:rPr lang="en-US" b="true" sz="3200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$850.00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94147" y="6108411"/>
            <a:ext cx="17111859" cy="1295222"/>
            <a:chOff x="0" y="0"/>
            <a:chExt cx="4506827" cy="3411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06827" cy="341128"/>
            </a:xfrm>
            <a:custGeom>
              <a:avLst/>
              <a:gdLst/>
              <a:ahLst/>
              <a:cxnLst/>
              <a:rect r="r" b="b" t="t" l="l"/>
              <a:pathLst>
                <a:path h="341128" w="4506827">
                  <a:moveTo>
                    <a:pt x="8596" y="0"/>
                  </a:moveTo>
                  <a:lnTo>
                    <a:pt x="4498231" y="0"/>
                  </a:lnTo>
                  <a:cubicBezTo>
                    <a:pt x="4502979" y="0"/>
                    <a:pt x="4506827" y="3849"/>
                    <a:pt x="4506827" y="8596"/>
                  </a:cubicBezTo>
                  <a:lnTo>
                    <a:pt x="4506827" y="332532"/>
                  </a:lnTo>
                  <a:cubicBezTo>
                    <a:pt x="4506827" y="334812"/>
                    <a:pt x="4505921" y="336999"/>
                    <a:pt x="4504310" y="338611"/>
                  </a:cubicBezTo>
                  <a:cubicBezTo>
                    <a:pt x="4502697" y="340223"/>
                    <a:pt x="4500511" y="341128"/>
                    <a:pt x="4498231" y="341128"/>
                  </a:cubicBezTo>
                  <a:lnTo>
                    <a:pt x="8596" y="341128"/>
                  </a:lnTo>
                  <a:cubicBezTo>
                    <a:pt x="6316" y="341128"/>
                    <a:pt x="4130" y="340223"/>
                    <a:pt x="2518" y="338611"/>
                  </a:cubicBezTo>
                  <a:cubicBezTo>
                    <a:pt x="906" y="336999"/>
                    <a:pt x="0" y="334812"/>
                    <a:pt x="0" y="332532"/>
                  </a:cubicBezTo>
                  <a:lnTo>
                    <a:pt x="0" y="8596"/>
                  </a:lnTo>
                  <a:cubicBezTo>
                    <a:pt x="0" y="6316"/>
                    <a:pt x="906" y="4130"/>
                    <a:pt x="2518" y="2518"/>
                  </a:cubicBezTo>
                  <a:cubicBezTo>
                    <a:pt x="4130" y="906"/>
                    <a:pt x="6316" y="0"/>
                    <a:pt x="8596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28575"/>
              <a:ext cx="4506827" cy="312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28700" y="6308436"/>
            <a:ext cx="342634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Pedido #ORD-002  -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6637366"/>
            <a:ext cx="2772251" cy="5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2"/>
              </a:lnSpc>
            </a:pPr>
            <a:r>
              <a:rPr lang="en-US" sz="2400" spc="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400" spc="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echa: 5 Nov 2025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455044" y="6308436"/>
            <a:ext cx="271660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uriculares BT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905809" y="6319977"/>
            <a:ext cx="163841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</a:t>
            </a:r>
            <a:r>
              <a:rPr lang="en-US" b="true" sz="3200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$975.00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266991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921419" y="-12890"/>
            <a:ext cx="1014248" cy="858210"/>
          </a:xfrm>
          <a:custGeom>
            <a:avLst/>
            <a:gdLst/>
            <a:ahLst/>
            <a:cxnLst/>
            <a:rect r="r" b="b" t="t" l="l"/>
            <a:pathLst>
              <a:path h="858210" w="1014248">
                <a:moveTo>
                  <a:pt x="0" y="0"/>
                </a:moveTo>
                <a:lnTo>
                  <a:pt x="1014249" y="0"/>
                </a:lnTo>
                <a:lnTo>
                  <a:pt x="1014249" y="858210"/>
                </a:lnTo>
                <a:lnTo>
                  <a:pt x="0" y="8582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0039" t="-6578" r="-1139" b="-12082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27461" y="2679767"/>
            <a:ext cx="17433079" cy="2242973"/>
            <a:chOff x="0" y="0"/>
            <a:chExt cx="4366264" cy="5617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66264" cy="561772"/>
            </a:xfrm>
            <a:custGeom>
              <a:avLst/>
              <a:gdLst/>
              <a:ahLst/>
              <a:cxnLst/>
              <a:rect r="r" b="b" t="t" l="l"/>
              <a:pathLst>
                <a:path h="561772" w="4366264">
                  <a:moveTo>
                    <a:pt x="8438" y="0"/>
                  </a:moveTo>
                  <a:lnTo>
                    <a:pt x="4357826" y="0"/>
                  </a:lnTo>
                  <a:cubicBezTo>
                    <a:pt x="4360064" y="0"/>
                    <a:pt x="4362210" y="889"/>
                    <a:pt x="4363793" y="2471"/>
                  </a:cubicBezTo>
                  <a:cubicBezTo>
                    <a:pt x="4365375" y="4054"/>
                    <a:pt x="4366264" y="6200"/>
                    <a:pt x="4366264" y="8438"/>
                  </a:cubicBezTo>
                  <a:lnTo>
                    <a:pt x="4366264" y="553334"/>
                  </a:lnTo>
                  <a:cubicBezTo>
                    <a:pt x="4366264" y="555572"/>
                    <a:pt x="4365375" y="557718"/>
                    <a:pt x="4363793" y="559300"/>
                  </a:cubicBezTo>
                  <a:cubicBezTo>
                    <a:pt x="4362210" y="560883"/>
                    <a:pt x="4360064" y="561772"/>
                    <a:pt x="4357826" y="561772"/>
                  </a:cubicBezTo>
                  <a:lnTo>
                    <a:pt x="8438" y="561772"/>
                  </a:lnTo>
                  <a:cubicBezTo>
                    <a:pt x="6200" y="561772"/>
                    <a:pt x="4054" y="560883"/>
                    <a:pt x="2471" y="559300"/>
                  </a:cubicBezTo>
                  <a:cubicBezTo>
                    <a:pt x="889" y="557718"/>
                    <a:pt x="0" y="555572"/>
                    <a:pt x="0" y="553334"/>
                  </a:cubicBezTo>
                  <a:lnTo>
                    <a:pt x="0" y="8438"/>
                  </a:lnTo>
                  <a:cubicBezTo>
                    <a:pt x="0" y="6200"/>
                    <a:pt x="889" y="4054"/>
                    <a:pt x="2471" y="2471"/>
                  </a:cubicBezTo>
                  <a:cubicBezTo>
                    <a:pt x="4054" y="889"/>
                    <a:pt x="6200" y="0"/>
                    <a:pt x="8438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4366264" cy="533197"/>
            </a:xfrm>
            <a:prstGeom prst="rect">
              <a:avLst/>
            </a:prstGeom>
          </p:spPr>
          <p:txBody>
            <a:bodyPr anchor="ctr" rtlCol="false" tIns="53420" lIns="53420" bIns="53420" rIns="5342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27461" y="5779990"/>
            <a:ext cx="17433079" cy="2242973"/>
            <a:chOff x="0" y="0"/>
            <a:chExt cx="4366264" cy="5617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66264" cy="561772"/>
            </a:xfrm>
            <a:custGeom>
              <a:avLst/>
              <a:gdLst/>
              <a:ahLst/>
              <a:cxnLst/>
              <a:rect r="r" b="b" t="t" l="l"/>
              <a:pathLst>
                <a:path h="561772" w="4366264">
                  <a:moveTo>
                    <a:pt x="8438" y="0"/>
                  </a:moveTo>
                  <a:lnTo>
                    <a:pt x="4357826" y="0"/>
                  </a:lnTo>
                  <a:cubicBezTo>
                    <a:pt x="4360064" y="0"/>
                    <a:pt x="4362210" y="889"/>
                    <a:pt x="4363793" y="2471"/>
                  </a:cubicBezTo>
                  <a:cubicBezTo>
                    <a:pt x="4365375" y="4054"/>
                    <a:pt x="4366264" y="6200"/>
                    <a:pt x="4366264" y="8438"/>
                  </a:cubicBezTo>
                  <a:lnTo>
                    <a:pt x="4366264" y="553334"/>
                  </a:lnTo>
                  <a:cubicBezTo>
                    <a:pt x="4366264" y="555572"/>
                    <a:pt x="4365375" y="557718"/>
                    <a:pt x="4363793" y="559300"/>
                  </a:cubicBezTo>
                  <a:cubicBezTo>
                    <a:pt x="4362210" y="560883"/>
                    <a:pt x="4360064" y="561772"/>
                    <a:pt x="4357826" y="561772"/>
                  </a:cubicBezTo>
                  <a:lnTo>
                    <a:pt x="8438" y="561772"/>
                  </a:lnTo>
                  <a:cubicBezTo>
                    <a:pt x="6200" y="561772"/>
                    <a:pt x="4054" y="560883"/>
                    <a:pt x="2471" y="559300"/>
                  </a:cubicBezTo>
                  <a:cubicBezTo>
                    <a:pt x="889" y="557718"/>
                    <a:pt x="0" y="555572"/>
                    <a:pt x="0" y="553334"/>
                  </a:cubicBezTo>
                  <a:lnTo>
                    <a:pt x="0" y="8438"/>
                  </a:lnTo>
                  <a:cubicBezTo>
                    <a:pt x="0" y="6200"/>
                    <a:pt x="889" y="4054"/>
                    <a:pt x="2471" y="2471"/>
                  </a:cubicBezTo>
                  <a:cubicBezTo>
                    <a:pt x="4054" y="889"/>
                    <a:pt x="6200" y="0"/>
                    <a:pt x="8438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444C5C">
                  <a:alpha val="51765"/>
                </a:srgbClr>
              </a:solidFill>
              <a:prstDash val="lgDash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57150"/>
              <a:ext cx="4366264" cy="504622"/>
            </a:xfrm>
            <a:prstGeom prst="rect">
              <a:avLst/>
            </a:prstGeom>
          </p:spPr>
          <p:txBody>
            <a:bodyPr anchor="ctr" rtlCol="false" tIns="53420" lIns="53420" bIns="53420" rIns="53420"/>
            <a:lstStyle/>
            <a:p>
              <a:pPr algn="ctr">
                <a:lnSpc>
                  <a:spcPts val="3744"/>
                </a:lnSpc>
              </a:pPr>
              <a:r>
                <a:rPr lang="en-US" b="true" sz="3600">
                  <a:solidFill>
                    <a:srgbClr val="444C5C">
                      <a:alpha val="51765"/>
                    </a:srgbClr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+ Agregar Nueva Direccion 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856465" y="2975738"/>
            <a:ext cx="542731" cy="542731"/>
          </a:xfrm>
          <a:custGeom>
            <a:avLst/>
            <a:gdLst/>
            <a:ahLst/>
            <a:cxnLst/>
            <a:rect r="r" b="b" t="t" l="l"/>
            <a:pathLst>
              <a:path h="542731" w="542731">
                <a:moveTo>
                  <a:pt x="0" y="0"/>
                </a:moveTo>
                <a:lnTo>
                  <a:pt x="542731" y="0"/>
                </a:lnTo>
                <a:lnTo>
                  <a:pt x="542731" y="542731"/>
                </a:lnTo>
                <a:lnTo>
                  <a:pt x="0" y="5427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0391" y="1367222"/>
            <a:ext cx="5862096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12" action="ppaction://hlinksldjump"/>
              </a:rPr>
              <a:t>← Mis Direcciones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2167" y="2918588"/>
            <a:ext cx="3334392" cy="43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3"/>
              </a:lnSpc>
            </a:pPr>
            <a:r>
              <a:rPr lang="en-US" sz="252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Dirección Principal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2167" y="3407232"/>
            <a:ext cx="8133151" cy="1315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3"/>
              </a:lnSpc>
            </a:pPr>
            <a:r>
              <a:rPr lang="en-US" sz="252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Jesus Lopez +52 8125693387</a:t>
            </a:r>
          </a:p>
          <a:p>
            <a:pPr algn="l">
              <a:lnSpc>
                <a:spcPts val="3533"/>
              </a:lnSpc>
            </a:pPr>
            <a:r>
              <a:rPr lang="en-US" sz="252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Calle del rosal 120, Fracc Portal de Santa Cecilia, 66614</a:t>
            </a:r>
          </a:p>
          <a:p>
            <a:pPr algn="l">
              <a:lnSpc>
                <a:spcPts val="3533"/>
              </a:lnSpc>
            </a:pPr>
            <a:r>
              <a:rPr lang="en-US" sz="252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Apodaca, NL, México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856465" y="3451794"/>
            <a:ext cx="596544" cy="64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9"/>
              </a:lnSpc>
            </a:pP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266991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921419" y="-12890"/>
            <a:ext cx="1014248" cy="858210"/>
          </a:xfrm>
          <a:custGeom>
            <a:avLst/>
            <a:gdLst/>
            <a:ahLst/>
            <a:cxnLst/>
            <a:rect r="r" b="b" t="t" l="l"/>
            <a:pathLst>
              <a:path h="858210" w="1014248">
                <a:moveTo>
                  <a:pt x="0" y="0"/>
                </a:moveTo>
                <a:lnTo>
                  <a:pt x="1014249" y="0"/>
                </a:lnTo>
                <a:lnTo>
                  <a:pt x="1014249" y="858210"/>
                </a:lnTo>
                <a:lnTo>
                  <a:pt x="0" y="8582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0039" t="-6578" r="-1139" b="-12082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2942023"/>
            <a:ext cx="9175152" cy="925911"/>
            <a:chOff x="0" y="0"/>
            <a:chExt cx="2416501" cy="2438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16501" cy="243861"/>
            </a:xfrm>
            <a:custGeom>
              <a:avLst/>
              <a:gdLst/>
              <a:ahLst/>
              <a:cxnLst/>
              <a:rect r="r" b="b" t="t" l="l"/>
              <a:pathLst>
                <a:path h="243861" w="2416501">
                  <a:moveTo>
                    <a:pt x="16032" y="0"/>
                  </a:moveTo>
                  <a:lnTo>
                    <a:pt x="2400469" y="0"/>
                  </a:lnTo>
                  <a:cubicBezTo>
                    <a:pt x="2409323" y="0"/>
                    <a:pt x="2416501" y="7178"/>
                    <a:pt x="2416501" y="16032"/>
                  </a:cubicBezTo>
                  <a:lnTo>
                    <a:pt x="2416501" y="227829"/>
                  </a:lnTo>
                  <a:cubicBezTo>
                    <a:pt x="2416501" y="232081"/>
                    <a:pt x="2414812" y="236159"/>
                    <a:pt x="2411805" y="239166"/>
                  </a:cubicBezTo>
                  <a:cubicBezTo>
                    <a:pt x="2408799" y="242172"/>
                    <a:pt x="2404721" y="243861"/>
                    <a:pt x="2400469" y="243861"/>
                  </a:cubicBezTo>
                  <a:lnTo>
                    <a:pt x="16032" y="243861"/>
                  </a:lnTo>
                  <a:cubicBezTo>
                    <a:pt x="11780" y="243861"/>
                    <a:pt x="7702" y="242172"/>
                    <a:pt x="4696" y="239166"/>
                  </a:cubicBezTo>
                  <a:cubicBezTo>
                    <a:pt x="1689" y="236159"/>
                    <a:pt x="0" y="232081"/>
                    <a:pt x="0" y="227829"/>
                  </a:cubicBezTo>
                  <a:lnTo>
                    <a:pt x="0" y="16032"/>
                  </a:lnTo>
                  <a:cubicBezTo>
                    <a:pt x="0" y="7178"/>
                    <a:pt x="7178" y="0"/>
                    <a:pt x="16032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2416501" cy="21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2241617"/>
            <a:ext cx="372575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Contraseña Actual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3206" y="1367222"/>
            <a:ext cx="6823626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10" action="ppaction://hlinksldjump"/>
              </a:rPr>
              <a:t>← Modificar Credenciales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852223" y="8273727"/>
            <a:ext cx="4407077" cy="1118835"/>
            <a:chOff x="0" y="0"/>
            <a:chExt cx="1160712" cy="29467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60712" cy="294673"/>
            </a:xfrm>
            <a:custGeom>
              <a:avLst/>
              <a:gdLst/>
              <a:ahLst/>
              <a:cxnLst/>
              <a:rect r="r" b="b" t="t" l="l"/>
              <a:pathLst>
                <a:path h="294673" w="1160712">
                  <a:moveTo>
                    <a:pt x="42161" y="0"/>
                  </a:moveTo>
                  <a:lnTo>
                    <a:pt x="1118551" y="0"/>
                  </a:lnTo>
                  <a:cubicBezTo>
                    <a:pt x="1141836" y="0"/>
                    <a:pt x="1160712" y="18876"/>
                    <a:pt x="1160712" y="42161"/>
                  </a:cubicBezTo>
                  <a:lnTo>
                    <a:pt x="1160712" y="252512"/>
                  </a:lnTo>
                  <a:cubicBezTo>
                    <a:pt x="1160712" y="275797"/>
                    <a:pt x="1141836" y="294673"/>
                    <a:pt x="1118551" y="294673"/>
                  </a:cubicBezTo>
                  <a:lnTo>
                    <a:pt x="42161" y="294673"/>
                  </a:lnTo>
                  <a:cubicBezTo>
                    <a:pt x="18876" y="294673"/>
                    <a:pt x="0" y="275797"/>
                    <a:pt x="0" y="252512"/>
                  </a:cubicBezTo>
                  <a:lnTo>
                    <a:pt x="0" y="42161"/>
                  </a:lnTo>
                  <a:cubicBezTo>
                    <a:pt x="0" y="18876"/>
                    <a:pt x="18876" y="0"/>
                    <a:pt x="42161" y="0"/>
                  </a:cubicBezTo>
                  <a:close/>
                </a:path>
              </a:pathLst>
            </a:custGeom>
            <a:solidFill>
              <a:srgbClr val="18A1D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60712" cy="332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478027" y="8563905"/>
            <a:ext cx="321839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1F2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Actualizar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4976" y="3013310"/>
            <a:ext cx="2671961" cy="69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6"/>
              </a:lnSpc>
            </a:pPr>
            <a:r>
              <a:rPr lang="en-US" sz="3200" spc="5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***********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72575" y="4856859"/>
            <a:ext cx="9175152" cy="925911"/>
            <a:chOff x="0" y="0"/>
            <a:chExt cx="2416501" cy="2438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16501" cy="243861"/>
            </a:xfrm>
            <a:custGeom>
              <a:avLst/>
              <a:gdLst/>
              <a:ahLst/>
              <a:cxnLst/>
              <a:rect r="r" b="b" t="t" l="l"/>
              <a:pathLst>
                <a:path h="243861" w="2416501">
                  <a:moveTo>
                    <a:pt x="16032" y="0"/>
                  </a:moveTo>
                  <a:lnTo>
                    <a:pt x="2400469" y="0"/>
                  </a:lnTo>
                  <a:cubicBezTo>
                    <a:pt x="2409323" y="0"/>
                    <a:pt x="2416501" y="7178"/>
                    <a:pt x="2416501" y="16032"/>
                  </a:cubicBezTo>
                  <a:lnTo>
                    <a:pt x="2416501" y="227829"/>
                  </a:lnTo>
                  <a:cubicBezTo>
                    <a:pt x="2416501" y="232081"/>
                    <a:pt x="2414812" y="236159"/>
                    <a:pt x="2411805" y="239166"/>
                  </a:cubicBezTo>
                  <a:cubicBezTo>
                    <a:pt x="2408799" y="242172"/>
                    <a:pt x="2404721" y="243861"/>
                    <a:pt x="2400469" y="243861"/>
                  </a:cubicBezTo>
                  <a:lnTo>
                    <a:pt x="16032" y="243861"/>
                  </a:lnTo>
                  <a:cubicBezTo>
                    <a:pt x="11780" y="243861"/>
                    <a:pt x="7702" y="242172"/>
                    <a:pt x="4696" y="239166"/>
                  </a:cubicBezTo>
                  <a:cubicBezTo>
                    <a:pt x="1689" y="236159"/>
                    <a:pt x="0" y="232081"/>
                    <a:pt x="0" y="227829"/>
                  </a:cubicBezTo>
                  <a:lnTo>
                    <a:pt x="0" y="16032"/>
                  </a:lnTo>
                  <a:cubicBezTo>
                    <a:pt x="0" y="7178"/>
                    <a:pt x="7178" y="0"/>
                    <a:pt x="16032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2416501" cy="21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15808" y="4160770"/>
            <a:ext cx="353864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Nueva Contraseña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8851" y="4928146"/>
            <a:ext cx="3889594" cy="69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6"/>
              </a:lnSpc>
            </a:pPr>
            <a:r>
              <a:rPr lang="en-US" sz="3200" spc="5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***************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72575" y="6837837"/>
            <a:ext cx="9175152" cy="925911"/>
            <a:chOff x="0" y="0"/>
            <a:chExt cx="2416501" cy="24386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16501" cy="243861"/>
            </a:xfrm>
            <a:custGeom>
              <a:avLst/>
              <a:gdLst/>
              <a:ahLst/>
              <a:cxnLst/>
              <a:rect r="r" b="b" t="t" l="l"/>
              <a:pathLst>
                <a:path h="243861" w="2416501">
                  <a:moveTo>
                    <a:pt x="16032" y="0"/>
                  </a:moveTo>
                  <a:lnTo>
                    <a:pt x="2400469" y="0"/>
                  </a:lnTo>
                  <a:cubicBezTo>
                    <a:pt x="2409323" y="0"/>
                    <a:pt x="2416501" y="7178"/>
                    <a:pt x="2416501" y="16032"/>
                  </a:cubicBezTo>
                  <a:lnTo>
                    <a:pt x="2416501" y="227829"/>
                  </a:lnTo>
                  <a:cubicBezTo>
                    <a:pt x="2416501" y="232081"/>
                    <a:pt x="2414812" y="236159"/>
                    <a:pt x="2411805" y="239166"/>
                  </a:cubicBezTo>
                  <a:cubicBezTo>
                    <a:pt x="2408799" y="242172"/>
                    <a:pt x="2404721" y="243861"/>
                    <a:pt x="2400469" y="243861"/>
                  </a:cubicBezTo>
                  <a:lnTo>
                    <a:pt x="16032" y="243861"/>
                  </a:lnTo>
                  <a:cubicBezTo>
                    <a:pt x="11780" y="243861"/>
                    <a:pt x="7702" y="242172"/>
                    <a:pt x="4696" y="239166"/>
                  </a:cubicBezTo>
                  <a:cubicBezTo>
                    <a:pt x="1689" y="236159"/>
                    <a:pt x="0" y="232081"/>
                    <a:pt x="0" y="227829"/>
                  </a:cubicBezTo>
                  <a:lnTo>
                    <a:pt x="0" y="16032"/>
                  </a:lnTo>
                  <a:cubicBezTo>
                    <a:pt x="0" y="7178"/>
                    <a:pt x="7178" y="0"/>
                    <a:pt x="16032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2416501" cy="21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72575" y="6137431"/>
            <a:ext cx="536893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Confirmar nueva Contraseña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38851" y="6909124"/>
            <a:ext cx="4177425" cy="69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6"/>
              </a:lnSpc>
            </a:pPr>
            <a:r>
              <a:rPr lang="en-US" sz="3200" spc="5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***************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58875" y="169033"/>
            <a:ext cx="631336" cy="605690"/>
          </a:xfrm>
          <a:custGeom>
            <a:avLst/>
            <a:gdLst/>
            <a:ahLst/>
            <a:cxnLst/>
            <a:rect r="r" b="b" t="t" l="l"/>
            <a:pathLst>
              <a:path h="605690" w="631336">
                <a:moveTo>
                  <a:pt x="0" y="0"/>
                </a:moveTo>
                <a:lnTo>
                  <a:pt x="631336" y="0"/>
                </a:lnTo>
                <a:lnTo>
                  <a:pt x="631336" y="605691"/>
                </a:lnTo>
                <a:lnTo>
                  <a:pt x="0" y="6056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142848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322691" y="169033"/>
            <a:ext cx="706009" cy="607496"/>
          </a:xfrm>
          <a:custGeom>
            <a:avLst/>
            <a:gdLst/>
            <a:ahLst/>
            <a:cxnLst/>
            <a:rect r="r" b="b" t="t" l="l"/>
            <a:pathLst>
              <a:path h="607496" w="706009">
                <a:moveTo>
                  <a:pt x="0" y="0"/>
                </a:moveTo>
                <a:lnTo>
                  <a:pt x="706009" y="0"/>
                </a:lnTo>
                <a:lnTo>
                  <a:pt x="706009" y="607496"/>
                </a:lnTo>
                <a:lnTo>
                  <a:pt x="0" y="6074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1384258"/>
            <a:ext cx="586792" cy="586792"/>
          </a:xfrm>
          <a:custGeom>
            <a:avLst/>
            <a:gdLst/>
            <a:ahLst/>
            <a:cxnLst/>
            <a:rect r="r" b="b" t="t" l="l"/>
            <a:pathLst>
              <a:path h="586792" w="586792">
                <a:moveTo>
                  <a:pt x="0" y="0"/>
                </a:moveTo>
                <a:lnTo>
                  <a:pt x="586792" y="0"/>
                </a:lnTo>
                <a:lnTo>
                  <a:pt x="586792" y="586792"/>
                </a:lnTo>
                <a:lnTo>
                  <a:pt x="0" y="5867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99555" y="4882905"/>
            <a:ext cx="631336" cy="700070"/>
          </a:xfrm>
          <a:custGeom>
            <a:avLst/>
            <a:gdLst/>
            <a:ahLst/>
            <a:cxnLst/>
            <a:rect r="r" b="b" t="t" l="l"/>
            <a:pathLst>
              <a:path h="700070" w="631336">
                <a:moveTo>
                  <a:pt x="0" y="0"/>
                </a:moveTo>
                <a:lnTo>
                  <a:pt x="631336" y="0"/>
                </a:lnTo>
                <a:lnTo>
                  <a:pt x="631336" y="700070"/>
                </a:lnTo>
                <a:lnTo>
                  <a:pt x="0" y="7000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26624" y="161314"/>
            <a:ext cx="261913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Jesus Lopez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5124" y="1433205"/>
            <a:ext cx="162213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Cuenta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95979" y="4881548"/>
            <a:ext cx="181475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Pagos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69668" y="1913900"/>
            <a:ext cx="5251444" cy="278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1" action="ppaction://hlinksldjump"/>
              </a:rPr>
              <a:t>Modificar Datos                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2" action="ppaction://hlinksldjump"/>
              </a:rPr>
              <a:t>Ver Movimientos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3" action="ppaction://hlinksldjump"/>
              </a:rPr>
              <a:t>Modificar Direcciones 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4" action="ppaction://hlinksldjump"/>
              </a:rPr>
              <a:t>Modificar Credenciales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Cerrar Cuenta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40523" y="5447839"/>
            <a:ext cx="5251444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Agregar Tarjeta 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Quitar Tarjeta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Modificar Tarjeta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84020" y="2497100"/>
            <a:ext cx="7123493" cy="6015779"/>
            <a:chOff x="0" y="0"/>
            <a:chExt cx="1876146" cy="1584403"/>
          </a:xfrm>
        </p:grpSpPr>
        <p:sp>
          <p:nvSpPr>
            <p:cNvPr name="Freeform 16" id="16">
              <a:hlinkClick r:id="rId15" action="ppaction://hlinksldjump"/>
            </p:cNvPr>
            <p:cNvSpPr/>
            <p:nvPr/>
          </p:nvSpPr>
          <p:spPr>
            <a:xfrm flipH="false" flipV="false" rot="0">
              <a:off x="0" y="0"/>
              <a:ext cx="1876146" cy="1584403"/>
            </a:xfrm>
            <a:custGeom>
              <a:avLst/>
              <a:gdLst/>
              <a:ahLst/>
              <a:cxnLst/>
              <a:rect r="r" b="b" t="t" l="l"/>
              <a:pathLst>
                <a:path h="1584403" w="1876146">
                  <a:moveTo>
                    <a:pt x="0" y="0"/>
                  </a:moveTo>
                  <a:lnTo>
                    <a:pt x="1876146" y="0"/>
                  </a:lnTo>
                  <a:lnTo>
                    <a:pt x="1876146" y="1584403"/>
                  </a:lnTo>
                  <a:lnTo>
                    <a:pt x="0" y="158440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876146" cy="1622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991967" y="6864068"/>
            <a:ext cx="1543945" cy="986065"/>
            <a:chOff x="0" y="0"/>
            <a:chExt cx="412709" cy="26358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2709" cy="263583"/>
            </a:xfrm>
            <a:custGeom>
              <a:avLst/>
              <a:gdLst/>
              <a:ahLst/>
              <a:cxnLst/>
              <a:rect r="r" b="b" t="t" l="l"/>
              <a:pathLst>
                <a:path h="263583" w="412709">
                  <a:moveTo>
                    <a:pt x="65187" y="0"/>
                  </a:moveTo>
                  <a:lnTo>
                    <a:pt x="347522" y="0"/>
                  </a:lnTo>
                  <a:cubicBezTo>
                    <a:pt x="383524" y="0"/>
                    <a:pt x="412709" y="29185"/>
                    <a:pt x="412709" y="65187"/>
                  </a:cubicBezTo>
                  <a:lnTo>
                    <a:pt x="412709" y="198396"/>
                  </a:lnTo>
                  <a:cubicBezTo>
                    <a:pt x="412709" y="215685"/>
                    <a:pt x="405841" y="232266"/>
                    <a:pt x="393616" y="244491"/>
                  </a:cubicBezTo>
                  <a:cubicBezTo>
                    <a:pt x="381391" y="256715"/>
                    <a:pt x="364811" y="263583"/>
                    <a:pt x="347522" y="263583"/>
                  </a:cubicBezTo>
                  <a:lnTo>
                    <a:pt x="65187" y="263583"/>
                  </a:lnTo>
                  <a:cubicBezTo>
                    <a:pt x="47898" y="263583"/>
                    <a:pt x="31318" y="256715"/>
                    <a:pt x="19093" y="244491"/>
                  </a:cubicBezTo>
                  <a:cubicBezTo>
                    <a:pt x="6868" y="232266"/>
                    <a:pt x="0" y="215685"/>
                    <a:pt x="0" y="198396"/>
                  </a:cubicBezTo>
                  <a:lnTo>
                    <a:pt x="0" y="65187"/>
                  </a:lnTo>
                  <a:cubicBezTo>
                    <a:pt x="0" y="47898"/>
                    <a:pt x="6868" y="31318"/>
                    <a:pt x="19093" y="19093"/>
                  </a:cubicBezTo>
                  <a:cubicBezTo>
                    <a:pt x="31318" y="6868"/>
                    <a:pt x="47898" y="0"/>
                    <a:pt x="65187" y="0"/>
                  </a:cubicBezTo>
                  <a:close/>
                </a:path>
              </a:pathLst>
            </a:custGeom>
            <a:solidFill>
              <a:srgbClr val="18A1D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12709" cy="301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929397" y="3099324"/>
            <a:ext cx="5632740" cy="67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5"/>
              </a:lnSpc>
            </a:pPr>
            <a:r>
              <a:rPr lang="en-US" sz="396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Cerrar Sesión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079996" y="6961819"/>
            <a:ext cx="1455916" cy="540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4"/>
              </a:lnSpc>
            </a:pPr>
            <a:r>
              <a:rPr lang="en-US" sz="3152" b="true">
                <a:solidFill>
                  <a:srgbClr val="F1F2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84020" y="4642495"/>
            <a:ext cx="712349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¿Estas seguro de cerrar sesión?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595643" y="6864068"/>
            <a:ext cx="1543945" cy="986065"/>
            <a:chOff x="0" y="0"/>
            <a:chExt cx="412709" cy="26358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2709" cy="263583"/>
            </a:xfrm>
            <a:custGeom>
              <a:avLst/>
              <a:gdLst/>
              <a:ahLst/>
              <a:cxnLst/>
              <a:rect r="r" b="b" t="t" l="l"/>
              <a:pathLst>
                <a:path h="263583" w="412709">
                  <a:moveTo>
                    <a:pt x="65187" y="0"/>
                  </a:moveTo>
                  <a:lnTo>
                    <a:pt x="347522" y="0"/>
                  </a:lnTo>
                  <a:cubicBezTo>
                    <a:pt x="383524" y="0"/>
                    <a:pt x="412709" y="29185"/>
                    <a:pt x="412709" y="65187"/>
                  </a:cubicBezTo>
                  <a:lnTo>
                    <a:pt x="412709" y="198396"/>
                  </a:lnTo>
                  <a:cubicBezTo>
                    <a:pt x="412709" y="215685"/>
                    <a:pt x="405841" y="232266"/>
                    <a:pt x="393616" y="244491"/>
                  </a:cubicBezTo>
                  <a:cubicBezTo>
                    <a:pt x="381391" y="256715"/>
                    <a:pt x="364811" y="263583"/>
                    <a:pt x="347522" y="263583"/>
                  </a:cubicBezTo>
                  <a:lnTo>
                    <a:pt x="65187" y="263583"/>
                  </a:lnTo>
                  <a:cubicBezTo>
                    <a:pt x="47898" y="263583"/>
                    <a:pt x="31318" y="256715"/>
                    <a:pt x="19093" y="244491"/>
                  </a:cubicBezTo>
                  <a:cubicBezTo>
                    <a:pt x="6868" y="232266"/>
                    <a:pt x="0" y="215685"/>
                    <a:pt x="0" y="198396"/>
                  </a:cubicBezTo>
                  <a:lnTo>
                    <a:pt x="0" y="65187"/>
                  </a:lnTo>
                  <a:cubicBezTo>
                    <a:pt x="0" y="47898"/>
                    <a:pt x="6868" y="31318"/>
                    <a:pt x="19093" y="19093"/>
                  </a:cubicBezTo>
                  <a:cubicBezTo>
                    <a:pt x="31318" y="6868"/>
                    <a:pt x="47898" y="0"/>
                    <a:pt x="65187" y="0"/>
                  </a:cubicBezTo>
                  <a:close/>
                </a:path>
              </a:pathLst>
            </a:custGeom>
            <a:solidFill>
              <a:srgbClr val="18A1D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12709" cy="301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683672" y="6961819"/>
            <a:ext cx="1455916" cy="540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4"/>
              </a:lnSpc>
            </a:pPr>
            <a:r>
              <a:rPr lang="en-US" sz="3152" b="true">
                <a:solidFill>
                  <a:srgbClr val="F1F2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266991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921419" y="-12890"/>
            <a:ext cx="1014248" cy="858210"/>
          </a:xfrm>
          <a:custGeom>
            <a:avLst/>
            <a:gdLst/>
            <a:ahLst/>
            <a:cxnLst/>
            <a:rect r="r" b="b" t="t" l="l"/>
            <a:pathLst>
              <a:path h="858210" w="1014248">
                <a:moveTo>
                  <a:pt x="0" y="0"/>
                </a:moveTo>
                <a:lnTo>
                  <a:pt x="1014249" y="0"/>
                </a:lnTo>
                <a:lnTo>
                  <a:pt x="1014249" y="858210"/>
                </a:lnTo>
                <a:lnTo>
                  <a:pt x="0" y="8582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0039" t="-6578" r="-1139" b="-12082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2942023"/>
            <a:ext cx="9175152" cy="925911"/>
            <a:chOff x="0" y="0"/>
            <a:chExt cx="2416501" cy="2438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16501" cy="243861"/>
            </a:xfrm>
            <a:custGeom>
              <a:avLst/>
              <a:gdLst/>
              <a:ahLst/>
              <a:cxnLst/>
              <a:rect r="r" b="b" t="t" l="l"/>
              <a:pathLst>
                <a:path h="243861" w="2416501">
                  <a:moveTo>
                    <a:pt x="16032" y="0"/>
                  </a:moveTo>
                  <a:lnTo>
                    <a:pt x="2400469" y="0"/>
                  </a:lnTo>
                  <a:cubicBezTo>
                    <a:pt x="2409323" y="0"/>
                    <a:pt x="2416501" y="7178"/>
                    <a:pt x="2416501" y="16032"/>
                  </a:cubicBezTo>
                  <a:lnTo>
                    <a:pt x="2416501" y="227829"/>
                  </a:lnTo>
                  <a:cubicBezTo>
                    <a:pt x="2416501" y="232081"/>
                    <a:pt x="2414812" y="236159"/>
                    <a:pt x="2411805" y="239166"/>
                  </a:cubicBezTo>
                  <a:cubicBezTo>
                    <a:pt x="2408799" y="242172"/>
                    <a:pt x="2404721" y="243861"/>
                    <a:pt x="2400469" y="243861"/>
                  </a:cubicBezTo>
                  <a:lnTo>
                    <a:pt x="16032" y="243861"/>
                  </a:lnTo>
                  <a:cubicBezTo>
                    <a:pt x="11780" y="243861"/>
                    <a:pt x="7702" y="242172"/>
                    <a:pt x="4696" y="239166"/>
                  </a:cubicBezTo>
                  <a:cubicBezTo>
                    <a:pt x="1689" y="236159"/>
                    <a:pt x="0" y="232081"/>
                    <a:pt x="0" y="227829"/>
                  </a:cubicBezTo>
                  <a:lnTo>
                    <a:pt x="0" y="16032"/>
                  </a:lnTo>
                  <a:cubicBezTo>
                    <a:pt x="0" y="7178"/>
                    <a:pt x="7178" y="0"/>
                    <a:pt x="16032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2416501" cy="21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2241617"/>
            <a:ext cx="372575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Número de Tarjeta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2169" y="1367222"/>
            <a:ext cx="480798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10" action="ppaction://hlinksldjump"/>
              </a:rPr>
              <a:t>← Agregar Tarjeta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852223" y="8273727"/>
            <a:ext cx="4407077" cy="1118835"/>
            <a:chOff x="0" y="0"/>
            <a:chExt cx="1160712" cy="29467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60712" cy="294673"/>
            </a:xfrm>
            <a:custGeom>
              <a:avLst/>
              <a:gdLst/>
              <a:ahLst/>
              <a:cxnLst/>
              <a:rect r="r" b="b" t="t" l="l"/>
              <a:pathLst>
                <a:path h="294673" w="1160712">
                  <a:moveTo>
                    <a:pt x="42161" y="0"/>
                  </a:moveTo>
                  <a:lnTo>
                    <a:pt x="1118551" y="0"/>
                  </a:lnTo>
                  <a:cubicBezTo>
                    <a:pt x="1141836" y="0"/>
                    <a:pt x="1160712" y="18876"/>
                    <a:pt x="1160712" y="42161"/>
                  </a:cubicBezTo>
                  <a:lnTo>
                    <a:pt x="1160712" y="252512"/>
                  </a:lnTo>
                  <a:cubicBezTo>
                    <a:pt x="1160712" y="275797"/>
                    <a:pt x="1141836" y="294673"/>
                    <a:pt x="1118551" y="294673"/>
                  </a:cubicBezTo>
                  <a:lnTo>
                    <a:pt x="42161" y="294673"/>
                  </a:lnTo>
                  <a:cubicBezTo>
                    <a:pt x="18876" y="294673"/>
                    <a:pt x="0" y="275797"/>
                    <a:pt x="0" y="252512"/>
                  </a:cubicBezTo>
                  <a:lnTo>
                    <a:pt x="0" y="42161"/>
                  </a:lnTo>
                  <a:cubicBezTo>
                    <a:pt x="0" y="18876"/>
                    <a:pt x="18876" y="0"/>
                    <a:pt x="42161" y="0"/>
                  </a:cubicBezTo>
                  <a:close/>
                </a:path>
              </a:pathLst>
            </a:custGeom>
            <a:solidFill>
              <a:srgbClr val="18A1D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60712" cy="332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478027" y="8563905"/>
            <a:ext cx="321839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1F2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Agregar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4976" y="2952604"/>
            <a:ext cx="4589337" cy="69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6"/>
              </a:lnSpc>
            </a:pPr>
            <a:r>
              <a:rPr lang="en-US" sz="3200" spc="51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1234 5678 9012 3456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72575" y="4856859"/>
            <a:ext cx="9175152" cy="925911"/>
            <a:chOff x="0" y="0"/>
            <a:chExt cx="2416501" cy="2438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16501" cy="243861"/>
            </a:xfrm>
            <a:custGeom>
              <a:avLst/>
              <a:gdLst/>
              <a:ahLst/>
              <a:cxnLst/>
              <a:rect r="r" b="b" t="t" l="l"/>
              <a:pathLst>
                <a:path h="243861" w="2416501">
                  <a:moveTo>
                    <a:pt x="16032" y="0"/>
                  </a:moveTo>
                  <a:lnTo>
                    <a:pt x="2400469" y="0"/>
                  </a:lnTo>
                  <a:cubicBezTo>
                    <a:pt x="2409323" y="0"/>
                    <a:pt x="2416501" y="7178"/>
                    <a:pt x="2416501" y="16032"/>
                  </a:cubicBezTo>
                  <a:lnTo>
                    <a:pt x="2416501" y="227829"/>
                  </a:lnTo>
                  <a:cubicBezTo>
                    <a:pt x="2416501" y="232081"/>
                    <a:pt x="2414812" y="236159"/>
                    <a:pt x="2411805" y="239166"/>
                  </a:cubicBezTo>
                  <a:cubicBezTo>
                    <a:pt x="2408799" y="242172"/>
                    <a:pt x="2404721" y="243861"/>
                    <a:pt x="2400469" y="243861"/>
                  </a:cubicBezTo>
                  <a:lnTo>
                    <a:pt x="16032" y="243861"/>
                  </a:lnTo>
                  <a:cubicBezTo>
                    <a:pt x="11780" y="243861"/>
                    <a:pt x="7702" y="242172"/>
                    <a:pt x="4696" y="239166"/>
                  </a:cubicBezTo>
                  <a:cubicBezTo>
                    <a:pt x="1689" y="236159"/>
                    <a:pt x="0" y="232081"/>
                    <a:pt x="0" y="227829"/>
                  </a:cubicBezTo>
                  <a:lnTo>
                    <a:pt x="0" y="16032"/>
                  </a:lnTo>
                  <a:cubicBezTo>
                    <a:pt x="0" y="7178"/>
                    <a:pt x="7178" y="0"/>
                    <a:pt x="16032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2416501" cy="21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15808" y="4160770"/>
            <a:ext cx="353864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Nombre del Titular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8851" y="4928146"/>
            <a:ext cx="5441202" cy="69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16"/>
              </a:lnSpc>
              <a:spcBef>
                <a:spcPct val="0"/>
              </a:spcBef>
            </a:pPr>
            <a:r>
              <a:rPr lang="en-US" sz="3200" spc="51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Como aparece en la tarjeta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72575" y="6837837"/>
            <a:ext cx="4543701" cy="925911"/>
            <a:chOff x="0" y="0"/>
            <a:chExt cx="1196695" cy="24386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96695" cy="243861"/>
            </a:xfrm>
            <a:custGeom>
              <a:avLst/>
              <a:gdLst/>
              <a:ahLst/>
              <a:cxnLst/>
              <a:rect r="r" b="b" t="t" l="l"/>
              <a:pathLst>
                <a:path h="243861" w="1196695">
                  <a:moveTo>
                    <a:pt x="32374" y="0"/>
                  </a:moveTo>
                  <a:lnTo>
                    <a:pt x="1164321" y="0"/>
                  </a:lnTo>
                  <a:cubicBezTo>
                    <a:pt x="1182201" y="0"/>
                    <a:pt x="1196695" y="14494"/>
                    <a:pt x="1196695" y="32374"/>
                  </a:cubicBezTo>
                  <a:lnTo>
                    <a:pt x="1196695" y="211488"/>
                  </a:lnTo>
                  <a:cubicBezTo>
                    <a:pt x="1196695" y="229367"/>
                    <a:pt x="1182201" y="243861"/>
                    <a:pt x="1164321" y="243861"/>
                  </a:cubicBezTo>
                  <a:lnTo>
                    <a:pt x="32374" y="243861"/>
                  </a:lnTo>
                  <a:cubicBezTo>
                    <a:pt x="14494" y="243861"/>
                    <a:pt x="0" y="229367"/>
                    <a:pt x="0" y="211488"/>
                  </a:cubicBezTo>
                  <a:lnTo>
                    <a:pt x="0" y="32374"/>
                  </a:lnTo>
                  <a:cubicBezTo>
                    <a:pt x="0" y="14494"/>
                    <a:pt x="14494" y="0"/>
                    <a:pt x="32374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1196695" cy="21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72575" y="6137431"/>
            <a:ext cx="425587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Fecha de vencimiento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38851" y="6909124"/>
            <a:ext cx="3359480" cy="69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16"/>
              </a:lnSpc>
              <a:spcBef>
                <a:spcPct val="0"/>
              </a:spcBef>
            </a:pPr>
            <a:r>
              <a:rPr lang="en-US" sz="3200" spc="51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MM/AA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210152" y="6837837"/>
            <a:ext cx="4543701" cy="925911"/>
            <a:chOff x="0" y="0"/>
            <a:chExt cx="1196695" cy="24386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96695" cy="243861"/>
            </a:xfrm>
            <a:custGeom>
              <a:avLst/>
              <a:gdLst/>
              <a:ahLst/>
              <a:cxnLst/>
              <a:rect r="r" b="b" t="t" l="l"/>
              <a:pathLst>
                <a:path h="243861" w="1196695">
                  <a:moveTo>
                    <a:pt x="32374" y="0"/>
                  </a:moveTo>
                  <a:lnTo>
                    <a:pt x="1164321" y="0"/>
                  </a:lnTo>
                  <a:cubicBezTo>
                    <a:pt x="1182201" y="0"/>
                    <a:pt x="1196695" y="14494"/>
                    <a:pt x="1196695" y="32374"/>
                  </a:cubicBezTo>
                  <a:lnTo>
                    <a:pt x="1196695" y="211488"/>
                  </a:lnTo>
                  <a:cubicBezTo>
                    <a:pt x="1196695" y="229367"/>
                    <a:pt x="1182201" y="243861"/>
                    <a:pt x="1164321" y="243861"/>
                  </a:cubicBezTo>
                  <a:lnTo>
                    <a:pt x="32374" y="243861"/>
                  </a:lnTo>
                  <a:cubicBezTo>
                    <a:pt x="14494" y="243861"/>
                    <a:pt x="0" y="229367"/>
                    <a:pt x="0" y="211488"/>
                  </a:cubicBezTo>
                  <a:lnTo>
                    <a:pt x="0" y="32374"/>
                  </a:lnTo>
                  <a:cubicBezTo>
                    <a:pt x="0" y="14494"/>
                    <a:pt x="14494" y="0"/>
                    <a:pt x="32374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28575"/>
              <a:ext cx="1196695" cy="21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210152" y="6137431"/>
            <a:ext cx="425587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CVV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76428" y="6909124"/>
            <a:ext cx="3359480" cy="69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16"/>
              </a:lnSpc>
              <a:spcBef>
                <a:spcPct val="0"/>
              </a:spcBef>
            </a:pPr>
            <a:r>
              <a:rPr lang="en-US" sz="3200" spc="51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123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266991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921419" y="-12890"/>
            <a:ext cx="1014248" cy="858210"/>
          </a:xfrm>
          <a:custGeom>
            <a:avLst/>
            <a:gdLst/>
            <a:ahLst/>
            <a:cxnLst/>
            <a:rect r="r" b="b" t="t" l="l"/>
            <a:pathLst>
              <a:path h="858210" w="1014248">
                <a:moveTo>
                  <a:pt x="0" y="0"/>
                </a:moveTo>
                <a:lnTo>
                  <a:pt x="1014249" y="0"/>
                </a:lnTo>
                <a:lnTo>
                  <a:pt x="1014249" y="858210"/>
                </a:lnTo>
                <a:lnTo>
                  <a:pt x="0" y="8582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0039" t="-6578" r="-1139" b="-12082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2942023"/>
            <a:ext cx="9175152" cy="925911"/>
            <a:chOff x="0" y="0"/>
            <a:chExt cx="2416501" cy="2438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16501" cy="243861"/>
            </a:xfrm>
            <a:custGeom>
              <a:avLst/>
              <a:gdLst/>
              <a:ahLst/>
              <a:cxnLst/>
              <a:rect r="r" b="b" t="t" l="l"/>
              <a:pathLst>
                <a:path h="243861" w="2416501">
                  <a:moveTo>
                    <a:pt x="16032" y="0"/>
                  </a:moveTo>
                  <a:lnTo>
                    <a:pt x="2400469" y="0"/>
                  </a:lnTo>
                  <a:cubicBezTo>
                    <a:pt x="2409323" y="0"/>
                    <a:pt x="2416501" y="7178"/>
                    <a:pt x="2416501" y="16032"/>
                  </a:cubicBezTo>
                  <a:lnTo>
                    <a:pt x="2416501" y="227829"/>
                  </a:lnTo>
                  <a:cubicBezTo>
                    <a:pt x="2416501" y="232081"/>
                    <a:pt x="2414812" y="236159"/>
                    <a:pt x="2411805" y="239166"/>
                  </a:cubicBezTo>
                  <a:cubicBezTo>
                    <a:pt x="2408799" y="242172"/>
                    <a:pt x="2404721" y="243861"/>
                    <a:pt x="2400469" y="243861"/>
                  </a:cubicBezTo>
                  <a:lnTo>
                    <a:pt x="16032" y="243861"/>
                  </a:lnTo>
                  <a:cubicBezTo>
                    <a:pt x="11780" y="243861"/>
                    <a:pt x="7702" y="242172"/>
                    <a:pt x="4696" y="239166"/>
                  </a:cubicBezTo>
                  <a:cubicBezTo>
                    <a:pt x="1689" y="236159"/>
                    <a:pt x="0" y="232081"/>
                    <a:pt x="0" y="227829"/>
                  </a:cubicBezTo>
                  <a:lnTo>
                    <a:pt x="0" y="16032"/>
                  </a:lnTo>
                  <a:cubicBezTo>
                    <a:pt x="0" y="7178"/>
                    <a:pt x="7178" y="0"/>
                    <a:pt x="16032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2416501" cy="21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2241617"/>
            <a:ext cx="372575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Número de Tarjeta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7676" y="1367222"/>
            <a:ext cx="525696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10" action="ppaction://hlinksldjump"/>
              </a:rPr>
              <a:t>← Modificar Tarjeta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852223" y="8273727"/>
            <a:ext cx="4407077" cy="1118835"/>
            <a:chOff x="0" y="0"/>
            <a:chExt cx="1160712" cy="29467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60712" cy="294673"/>
            </a:xfrm>
            <a:custGeom>
              <a:avLst/>
              <a:gdLst/>
              <a:ahLst/>
              <a:cxnLst/>
              <a:rect r="r" b="b" t="t" l="l"/>
              <a:pathLst>
                <a:path h="294673" w="1160712">
                  <a:moveTo>
                    <a:pt x="42161" y="0"/>
                  </a:moveTo>
                  <a:lnTo>
                    <a:pt x="1118551" y="0"/>
                  </a:lnTo>
                  <a:cubicBezTo>
                    <a:pt x="1141836" y="0"/>
                    <a:pt x="1160712" y="18876"/>
                    <a:pt x="1160712" y="42161"/>
                  </a:cubicBezTo>
                  <a:lnTo>
                    <a:pt x="1160712" y="252512"/>
                  </a:lnTo>
                  <a:cubicBezTo>
                    <a:pt x="1160712" y="275797"/>
                    <a:pt x="1141836" y="294673"/>
                    <a:pt x="1118551" y="294673"/>
                  </a:cubicBezTo>
                  <a:lnTo>
                    <a:pt x="42161" y="294673"/>
                  </a:lnTo>
                  <a:cubicBezTo>
                    <a:pt x="18876" y="294673"/>
                    <a:pt x="0" y="275797"/>
                    <a:pt x="0" y="252512"/>
                  </a:cubicBezTo>
                  <a:lnTo>
                    <a:pt x="0" y="42161"/>
                  </a:lnTo>
                  <a:cubicBezTo>
                    <a:pt x="0" y="18876"/>
                    <a:pt x="18876" y="0"/>
                    <a:pt x="42161" y="0"/>
                  </a:cubicBezTo>
                  <a:close/>
                </a:path>
              </a:pathLst>
            </a:custGeom>
            <a:solidFill>
              <a:srgbClr val="18A1D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60712" cy="332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478027" y="8563905"/>
            <a:ext cx="321839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1F2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Guardar Cambios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4976" y="2952604"/>
            <a:ext cx="4589337" cy="69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6"/>
              </a:lnSpc>
            </a:pPr>
            <a:r>
              <a:rPr lang="en-US" sz="3200" spc="51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1234 5678 9012 3456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72575" y="4856859"/>
            <a:ext cx="9175152" cy="925911"/>
            <a:chOff x="0" y="0"/>
            <a:chExt cx="2416501" cy="2438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16501" cy="243861"/>
            </a:xfrm>
            <a:custGeom>
              <a:avLst/>
              <a:gdLst/>
              <a:ahLst/>
              <a:cxnLst/>
              <a:rect r="r" b="b" t="t" l="l"/>
              <a:pathLst>
                <a:path h="243861" w="2416501">
                  <a:moveTo>
                    <a:pt x="16032" y="0"/>
                  </a:moveTo>
                  <a:lnTo>
                    <a:pt x="2400469" y="0"/>
                  </a:lnTo>
                  <a:cubicBezTo>
                    <a:pt x="2409323" y="0"/>
                    <a:pt x="2416501" y="7178"/>
                    <a:pt x="2416501" y="16032"/>
                  </a:cubicBezTo>
                  <a:lnTo>
                    <a:pt x="2416501" y="227829"/>
                  </a:lnTo>
                  <a:cubicBezTo>
                    <a:pt x="2416501" y="232081"/>
                    <a:pt x="2414812" y="236159"/>
                    <a:pt x="2411805" y="239166"/>
                  </a:cubicBezTo>
                  <a:cubicBezTo>
                    <a:pt x="2408799" y="242172"/>
                    <a:pt x="2404721" y="243861"/>
                    <a:pt x="2400469" y="243861"/>
                  </a:cubicBezTo>
                  <a:lnTo>
                    <a:pt x="16032" y="243861"/>
                  </a:lnTo>
                  <a:cubicBezTo>
                    <a:pt x="11780" y="243861"/>
                    <a:pt x="7702" y="242172"/>
                    <a:pt x="4696" y="239166"/>
                  </a:cubicBezTo>
                  <a:cubicBezTo>
                    <a:pt x="1689" y="236159"/>
                    <a:pt x="0" y="232081"/>
                    <a:pt x="0" y="227829"/>
                  </a:cubicBezTo>
                  <a:lnTo>
                    <a:pt x="0" y="16032"/>
                  </a:lnTo>
                  <a:cubicBezTo>
                    <a:pt x="0" y="7178"/>
                    <a:pt x="7178" y="0"/>
                    <a:pt x="16032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2416501" cy="21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15808" y="4160770"/>
            <a:ext cx="353864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Nombre del Titular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8851" y="4928146"/>
            <a:ext cx="5441202" cy="69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16"/>
              </a:lnSpc>
              <a:spcBef>
                <a:spcPct val="0"/>
              </a:spcBef>
            </a:pPr>
            <a:r>
              <a:rPr lang="en-US" sz="3200" spc="51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Como aparece en la tarjeta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72575" y="6837837"/>
            <a:ext cx="4543701" cy="925911"/>
            <a:chOff x="0" y="0"/>
            <a:chExt cx="1196695" cy="24386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96695" cy="243861"/>
            </a:xfrm>
            <a:custGeom>
              <a:avLst/>
              <a:gdLst/>
              <a:ahLst/>
              <a:cxnLst/>
              <a:rect r="r" b="b" t="t" l="l"/>
              <a:pathLst>
                <a:path h="243861" w="1196695">
                  <a:moveTo>
                    <a:pt x="32374" y="0"/>
                  </a:moveTo>
                  <a:lnTo>
                    <a:pt x="1164321" y="0"/>
                  </a:lnTo>
                  <a:cubicBezTo>
                    <a:pt x="1182201" y="0"/>
                    <a:pt x="1196695" y="14494"/>
                    <a:pt x="1196695" y="32374"/>
                  </a:cubicBezTo>
                  <a:lnTo>
                    <a:pt x="1196695" y="211488"/>
                  </a:lnTo>
                  <a:cubicBezTo>
                    <a:pt x="1196695" y="229367"/>
                    <a:pt x="1182201" y="243861"/>
                    <a:pt x="1164321" y="243861"/>
                  </a:cubicBezTo>
                  <a:lnTo>
                    <a:pt x="32374" y="243861"/>
                  </a:lnTo>
                  <a:cubicBezTo>
                    <a:pt x="14494" y="243861"/>
                    <a:pt x="0" y="229367"/>
                    <a:pt x="0" y="211488"/>
                  </a:cubicBezTo>
                  <a:lnTo>
                    <a:pt x="0" y="32374"/>
                  </a:lnTo>
                  <a:cubicBezTo>
                    <a:pt x="0" y="14494"/>
                    <a:pt x="14494" y="0"/>
                    <a:pt x="32374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1196695" cy="21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72575" y="6137431"/>
            <a:ext cx="425587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Fecha de vencimiento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38851" y="6909124"/>
            <a:ext cx="3359480" cy="69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16"/>
              </a:lnSpc>
              <a:spcBef>
                <a:spcPct val="0"/>
              </a:spcBef>
            </a:pPr>
            <a:r>
              <a:rPr lang="en-US" sz="3200" spc="51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MM/AA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210152" y="6837837"/>
            <a:ext cx="4543701" cy="925911"/>
            <a:chOff x="0" y="0"/>
            <a:chExt cx="1196695" cy="24386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96695" cy="243861"/>
            </a:xfrm>
            <a:custGeom>
              <a:avLst/>
              <a:gdLst/>
              <a:ahLst/>
              <a:cxnLst/>
              <a:rect r="r" b="b" t="t" l="l"/>
              <a:pathLst>
                <a:path h="243861" w="1196695">
                  <a:moveTo>
                    <a:pt x="32374" y="0"/>
                  </a:moveTo>
                  <a:lnTo>
                    <a:pt x="1164321" y="0"/>
                  </a:lnTo>
                  <a:cubicBezTo>
                    <a:pt x="1182201" y="0"/>
                    <a:pt x="1196695" y="14494"/>
                    <a:pt x="1196695" y="32374"/>
                  </a:cubicBezTo>
                  <a:lnTo>
                    <a:pt x="1196695" y="211488"/>
                  </a:lnTo>
                  <a:cubicBezTo>
                    <a:pt x="1196695" y="229367"/>
                    <a:pt x="1182201" y="243861"/>
                    <a:pt x="1164321" y="243861"/>
                  </a:cubicBezTo>
                  <a:lnTo>
                    <a:pt x="32374" y="243861"/>
                  </a:lnTo>
                  <a:cubicBezTo>
                    <a:pt x="14494" y="243861"/>
                    <a:pt x="0" y="229367"/>
                    <a:pt x="0" y="211488"/>
                  </a:cubicBezTo>
                  <a:lnTo>
                    <a:pt x="0" y="32374"/>
                  </a:lnTo>
                  <a:cubicBezTo>
                    <a:pt x="0" y="14494"/>
                    <a:pt x="14494" y="0"/>
                    <a:pt x="32374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28575"/>
              <a:ext cx="1196695" cy="21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210152" y="6137431"/>
            <a:ext cx="425587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CVV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76428" y="6909124"/>
            <a:ext cx="3359480" cy="69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16"/>
              </a:lnSpc>
              <a:spcBef>
                <a:spcPct val="0"/>
              </a:spcBef>
            </a:pPr>
            <a:r>
              <a:rPr lang="en-US" sz="3200" spc="51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123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266991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921419" y="-12890"/>
            <a:ext cx="1014248" cy="858210"/>
          </a:xfrm>
          <a:custGeom>
            <a:avLst/>
            <a:gdLst/>
            <a:ahLst/>
            <a:cxnLst/>
            <a:rect r="r" b="b" t="t" l="l"/>
            <a:pathLst>
              <a:path h="858210" w="1014248">
                <a:moveTo>
                  <a:pt x="0" y="0"/>
                </a:moveTo>
                <a:lnTo>
                  <a:pt x="1014249" y="0"/>
                </a:lnTo>
                <a:lnTo>
                  <a:pt x="1014249" y="858210"/>
                </a:lnTo>
                <a:lnTo>
                  <a:pt x="0" y="8582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0039" t="-6578" r="-1139" b="-12082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27461" y="2498792"/>
            <a:ext cx="17433079" cy="2242973"/>
            <a:chOff x="0" y="0"/>
            <a:chExt cx="4366264" cy="5617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66264" cy="561772"/>
            </a:xfrm>
            <a:custGeom>
              <a:avLst/>
              <a:gdLst/>
              <a:ahLst/>
              <a:cxnLst/>
              <a:rect r="r" b="b" t="t" l="l"/>
              <a:pathLst>
                <a:path h="561772" w="4366264">
                  <a:moveTo>
                    <a:pt x="8438" y="0"/>
                  </a:moveTo>
                  <a:lnTo>
                    <a:pt x="4357826" y="0"/>
                  </a:lnTo>
                  <a:cubicBezTo>
                    <a:pt x="4360064" y="0"/>
                    <a:pt x="4362210" y="889"/>
                    <a:pt x="4363793" y="2471"/>
                  </a:cubicBezTo>
                  <a:cubicBezTo>
                    <a:pt x="4365375" y="4054"/>
                    <a:pt x="4366264" y="6200"/>
                    <a:pt x="4366264" y="8438"/>
                  </a:cubicBezTo>
                  <a:lnTo>
                    <a:pt x="4366264" y="553334"/>
                  </a:lnTo>
                  <a:cubicBezTo>
                    <a:pt x="4366264" y="555572"/>
                    <a:pt x="4365375" y="557718"/>
                    <a:pt x="4363793" y="559300"/>
                  </a:cubicBezTo>
                  <a:cubicBezTo>
                    <a:pt x="4362210" y="560883"/>
                    <a:pt x="4360064" y="561772"/>
                    <a:pt x="4357826" y="561772"/>
                  </a:cubicBezTo>
                  <a:lnTo>
                    <a:pt x="8438" y="561772"/>
                  </a:lnTo>
                  <a:cubicBezTo>
                    <a:pt x="6200" y="561772"/>
                    <a:pt x="4054" y="560883"/>
                    <a:pt x="2471" y="559300"/>
                  </a:cubicBezTo>
                  <a:cubicBezTo>
                    <a:pt x="889" y="557718"/>
                    <a:pt x="0" y="555572"/>
                    <a:pt x="0" y="553334"/>
                  </a:cubicBezTo>
                  <a:lnTo>
                    <a:pt x="0" y="8438"/>
                  </a:lnTo>
                  <a:cubicBezTo>
                    <a:pt x="0" y="6200"/>
                    <a:pt x="889" y="4054"/>
                    <a:pt x="2471" y="2471"/>
                  </a:cubicBezTo>
                  <a:cubicBezTo>
                    <a:pt x="4054" y="889"/>
                    <a:pt x="6200" y="0"/>
                    <a:pt x="8438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4366264" cy="533197"/>
            </a:xfrm>
            <a:prstGeom prst="rect">
              <a:avLst/>
            </a:prstGeom>
          </p:spPr>
          <p:txBody>
            <a:bodyPr anchor="ctr" rtlCol="false" tIns="53420" lIns="53420" bIns="53420" rIns="5342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725953" y="2975738"/>
            <a:ext cx="892343" cy="892343"/>
          </a:xfrm>
          <a:custGeom>
            <a:avLst/>
            <a:gdLst/>
            <a:ahLst/>
            <a:cxnLst/>
            <a:rect r="r" b="b" t="t" l="l"/>
            <a:pathLst>
              <a:path h="892343" w="892343">
                <a:moveTo>
                  <a:pt x="0" y="0"/>
                </a:moveTo>
                <a:lnTo>
                  <a:pt x="892343" y="0"/>
                </a:lnTo>
                <a:lnTo>
                  <a:pt x="892343" y="892343"/>
                </a:lnTo>
                <a:lnTo>
                  <a:pt x="0" y="8923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848266" y="3223846"/>
            <a:ext cx="2411034" cy="869553"/>
          </a:xfrm>
          <a:custGeom>
            <a:avLst/>
            <a:gdLst/>
            <a:ahLst/>
            <a:cxnLst/>
            <a:rect r="r" b="b" t="t" l="l"/>
            <a:pathLst>
              <a:path h="869553" w="2411034">
                <a:moveTo>
                  <a:pt x="0" y="0"/>
                </a:moveTo>
                <a:lnTo>
                  <a:pt x="2411034" y="0"/>
                </a:lnTo>
                <a:lnTo>
                  <a:pt x="2411034" y="869553"/>
                </a:lnTo>
                <a:lnTo>
                  <a:pt x="0" y="86955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1144" y="1367222"/>
            <a:ext cx="4050030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13" action="ppaction://hlinksldjump"/>
              </a:rPr>
              <a:t>← Mis Tarjetas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91056" y="2980624"/>
            <a:ext cx="442328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Mastercard **** 4532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91056" y="3570584"/>
            <a:ext cx="253020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Vence: 12/26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856465" y="3451794"/>
            <a:ext cx="596544" cy="64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9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427461" y="5143500"/>
            <a:ext cx="17433079" cy="2242973"/>
            <a:chOff x="0" y="0"/>
            <a:chExt cx="4366264" cy="5617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66264" cy="561772"/>
            </a:xfrm>
            <a:custGeom>
              <a:avLst/>
              <a:gdLst/>
              <a:ahLst/>
              <a:cxnLst/>
              <a:rect r="r" b="b" t="t" l="l"/>
              <a:pathLst>
                <a:path h="561772" w="4366264">
                  <a:moveTo>
                    <a:pt x="8438" y="0"/>
                  </a:moveTo>
                  <a:lnTo>
                    <a:pt x="4357826" y="0"/>
                  </a:lnTo>
                  <a:cubicBezTo>
                    <a:pt x="4360064" y="0"/>
                    <a:pt x="4362210" y="889"/>
                    <a:pt x="4363793" y="2471"/>
                  </a:cubicBezTo>
                  <a:cubicBezTo>
                    <a:pt x="4365375" y="4054"/>
                    <a:pt x="4366264" y="6200"/>
                    <a:pt x="4366264" y="8438"/>
                  </a:cubicBezTo>
                  <a:lnTo>
                    <a:pt x="4366264" y="553334"/>
                  </a:lnTo>
                  <a:cubicBezTo>
                    <a:pt x="4366264" y="555572"/>
                    <a:pt x="4365375" y="557718"/>
                    <a:pt x="4363793" y="559300"/>
                  </a:cubicBezTo>
                  <a:cubicBezTo>
                    <a:pt x="4362210" y="560883"/>
                    <a:pt x="4360064" y="561772"/>
                    <a:pt x="4357826" y="561772"/>
                  </a:cubicBezTo>
                  <a:lnTo>
                    <a:pt x="8438" y="561772"/>
                  </a:lnTo>
                  <a:cubicBezTo>
                    <a:pt x="6200" y="561772"/>
                    <a:pt x="4054" y="560883"/>
                    <a:pt x="2471" y="559300"/>
                  </a:cubicBezTo>
                  <a:cubicBezTo>
                    <a:pt x="889" y="557718"/>
                    <a:pt x="0" y="555572"/>
                    <a:pt x="0" y="553334"/>
                  </a:cubicBezTo>
                  <a:lnTo>
                    <a:pt x="0" y="8438"/>
                  </a:lnTo>
                  <a:cubicBezTo>
                    <a:pt x="0" y="6200"/>
                    <a:pt x="889" y="4054"/>
                    <a:pt x="2471" y="2471"/>
                  </a:cubicBezTo>
                  <a:cubicBezTo>
                    <a:pt x="4054" y="889"/>
                    <a:pt x="6200" y="0"/>
                    <a:pt x="8438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4366264" cy="533197"/>
            </a:xfrm>
            <a:prstGeom prst="rect">
              <a:avLst/>
            </a:prstGeom>
          </p:spPr>
          <p:txBody>
            <a:bodyPr anchor="ctr" rtlCol="false" tIns="53420" lIns="53420" bIns="53420" rIns="5342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991056" y="5625332"/>
            <a:ext cx="442328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Mastercard **** 8765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91056" y="6215292"/>
            <a:ext cx="253020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Vence: 08/27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784973" y="5717005"/>
            <a:ext cx="892343" cy="892343"/>
          </a:xfrm>
          <a:custGeom>
            <a:avLst/>
            <a:gdLst/>
            <a:ahLst/>
            <a:cxnLst/>
            <a:rect r="r" b="b" t="t" l="l"/>
            <a:pathLst>
              <a:path h="892343" w="892343">
                <a:moveTo>
                  <a:pt x="0" y="0"/>
                </a:moveTo>
                <a:lnTo>
                  <a:pt x="892343" y="0"/>
                </a:lnTo>
                <a:lnTo>
                  <a:pt x="892343" y="892343"/>
                </a:lnTo>
                <a:lnTo>
                  <a:pt x="0" y="8923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848266" y="5830210"/>
            <a:ext cx="2411034" cy="869553"/>
          </a:xfrm>
          <a:custGeom>
            <a:avLst/>
            <a:gdLst/>
            <a:ahLst/>
            <a:cxnLst/>
            <a:rect r="r" b="b" t="t" l="l"/>
            <a:pathLst>
              <a:path h="869553" w="2411034">
                <a:moveTo>
                  <a:pt x="0" y="0"/>
                </a:moveTo>
                <a:lnTo>
                  <a:pt x="2411034" y="0"/>
                </a:lnTo>
                <a:lnTo>
                  <a:pt x="2411034" y="869553"/>
                </a:lnTo>
                <a:lnTo>
                  <a:pt x="0" y="86955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266991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921419" y="-12890"/>
            <a:ext cx="1014248" cy="858210"/>
          </a:xfrm>
          <a:custGeom>
            <a:avLst/>
            <a:gdLst/>
            <a:ahLst/>
            <a:cxnLst/>
            <a:rect r="r" b="b" t="t" l="l"/>
            <a:pathLst>
              <a:path h="858210" w="1014248">
                <a:moveTo>
                  <a:pt x="0" y="0"/>
                </a:moveTo>
                <a:lnTo>
                  <a:pt x="1014249" y="0"/>
                </a:lnTo>
                <a:lnTo>
                  <a:pt x="1014249" y="858210"/>
                </a:lnTo>
                <a:lnTo>
                  <a:pt x="0" y="8582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0039" t="-6578" r="-1139" b="-12082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3885666"/>
            <a:ext cx="9175152" cy="925911"/>
            <a:chOff x="0" y="0"/>
            <a:chExt cx="2416501" cy="2438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16501" cy="243861"/>
            </a:xfrm>
            <a:custGeom>
              <a:avLst/>
              <a:gdLst/>
              <a:ahLst/>
              <a:cxnLst/>
              <a:rect r="r" b="b" t="t" l="l"/>
              <a:pathLst>
                <a:path h="243861" w="2416501">
                  <a:moveTo>
                    <a:pt x="16032" y="0"/>
                  </a:moveTo>
                  <a:lnTo>
                    <a:pt x="2400469" y="0"/>
                  </a:lnTo>
                  <a:cubicBezTo>
                    <a:pt x="2409323" y="0"/>
                    <a:pt x="2416501" y="7178"/>
                    <a:pt x="2416501" y="16032"/>
                  </a:cubicBezTo>
                  <a:lnTo>
                    <a:pt x="2416501" y="227829"/>
                  </a:lnTo>
                  <a:cubicBezTo>
                    <a:pt x="2416501" y="232081"/>
                    <a:pt x="2414812" y="236159"/>
                    <a:pt x="2411805" y="239166"/>
                  </a:cubicBezTo>
                  <a:cubicBezTo>
                    <a:pt x="2408799" y="242172"/>
                    <a:pt x="2404721" y="243861"/>
                    <a:pt x="2400469" y="243861"/>
                  </a:cubicBezTo>
                  <a:lnTo>
                    <a:pt x="16032" y="243861"/>
                  </a:lnTo>
                  <a:cubicBezTo>
                    <a:pt x="11780" y="243861"/>
                    <a:pt x="7702" y="242172"/>
                    <a:pt x="4696" y="239166"/>
                  </a:cubicBezTo>
                  <a:cubicBezTo>
                    <a:pt x="1689" y="236159"/>
                    <a:pt x="0" y="232081"/>
                    <a:pt x="0" y="227829"/>
                  </a:cubicBezTo>
                  <a:lnTo>
                    <a:pt x="0" y="16032"/>
                  </a:lnTo>
                  <a:cubicBezTo>
                    <a:pt x="0" y="7178"/>
                    <a:pt x="7178" y="0"/>
                    <a:pt x="16032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38100"/>
              <a:ext cx="2416501" cy="205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11"/>
                </a:lnSpc>
              </a:pPr>
              <a:r>
                <a:rPr lang="en-US" sz="2799">
                  <a:solidFill>
                    <a:srgbClr val="000000">
                      <a:alpha val="51765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¿Qué impresión te dejo el producto?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852223" y="7781480"/>
            <a:ext cx="4407077" cy="1118835"/>
            <a:chOff x="0" y="0"/>
            <a:chExt cx="1160712" cy="2946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60712" cy="294673"/>
            </a:xfrm>
            <a:custGeom>
              <a:avLst/>
              <a:gdLst/>
              <a:ahLst/>
              <a:cxnLst/>
              <a:rect r="r" b="b" t="t" l="l"/>
              <a:pathLst>
                <a:path h="294673" w="1160712">
                  <a:moveTo>
                    <a:pt x="42161" y="0"/>
                  </a:moveTo>
                  <a:lnTo>
                    <a:pt x="1118551" y="0"/>
                  </a:lnTo>
                  <a:cubicBezTo>
                    <a:pt x="1141836" y="0"/>
                    <a:pt x="1160712" y="18876"/>
                    <a:pt x="1160712" y="42161"/>
                  </a:cubicBezTo>
                  <a:lnTo>
                    <a:pt x="1160712" y="252512"/>
                  </a:lnTo>
                  <a:cubicBezTo>
                    <a:pt x="1160712" y="275797"/>
                    <a:pt x="1141836" y="294673"/>
                    <a:pt x="1118551" y="294673"/>
                  </a:cubicBezTo>
                  <a:lnTo>
                    <a:pt x="42161" y="294673"/>
                  </a:lnTo>
                  <a:cubicBezTo>
                    <a:pt x="18876" y="294673"/>
                    <a:pt x="0" y="275797"/>
                    <a:pt x="0" y="252512"/>
                  </a:cubicBezTo>
                  <a:lnTo>
                    <a:pt x="0" y="42161"/>
                  </a:lnTo>
                  <a:cubicBezTo>
                    <a:pt x="0" y="18876"/>
                    <a:pt x="18876" y="0"/>
                    <a:pt x="42161" y="0"/>
                  </a:cubicBezTo>
                  <a:close/>
                </a:path>
              </a:pathLst>
            </a:custGeom>
            <a:solidFill>
              <a:srgbClr val="18A1D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60712" cy="332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72575" y="5800502"/>
            <a:ext cx="9175152" cy="925911"/>
            <a:chOff x="0" y="0"/>
            <a:chExt cx="2416501" cy="2438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16501" cy="243861"/>
            </a:xfrm>
            <a:custGeom>
              <a:avLst/>
              <a:gdLst/>
              <a:ahLst/>
              <a:cxnLst/>
              <a:rect r="r" b="b" t="t" l="l"/>
              <a:pathLst>
                <a:path h="243861" w="2416501">
                  <a:moveTo>
                    <a:pt x="16032" y="0"/>
                  </a:moveTo>
                  <a:lnTo>
                    <a:pt x="2400469" y="0"/>
                  </a:lnTo>
                  <a:cubicBezTo>
                    <a:pt x="2409323" y="0"/>
                    <a:pt x="2416501" y="7178"/>
                    <a:pt x="2416501" y="16032"/>
                  </a:cubicBezTo>
                  <a:lnTo>
                    <a:pt x="2416501" y="227829"/>
                  </a:lnTo>
                  <a:cubicBezTo>
                    <a:pt x="2416501" y="232081"/>
                    <a:pt x="2414812" y="236159"/>
                    <a:pt x="2411805" y="239166"/>
                  </a:cubicBezTo>
                  <a:cubicBezTo>
                    <a:pt x="2408799" y="242172"/>
                    <a:pt x="2404721" y="243861"/>
                    <a:pt x="2400469" y="243861"/>
                  </a:cubicBezTo>
                  <a:lnTo>
                    <a:pt x="16032" y="243861"/>
                  </a:lnTo>
                  <a:cubicBezTo>
                    <a:pt x="11780" y="243861"/>
                    <a:pt x="7702" y="242172"/>
                    <a:pt x="4696" y="239166"/>
                  </a:cubicBezTo>
                  <a:cubicBezTo>
                    <a:pt x="1689" y="236159"/>
                    <a:pt x="0" y="232081"/>
                    <a:pt x="0" y="227829"/>
                  </a:cubicBezTo>
                  <a:lnTo>
                    <a:pt x="0" y="16032"/>
                  </a:lnTo>
                  <a:cubicBezTo>
                    <a:pt x="0" y="7178"/>
                    <a:pt x="7178" y="0"/>
                    <a:pt x="16032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2416501" cy="21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72575" y="7781480"/>
            <a:ext cx="7776546" cy="925911"/>
            <a:chOff x="0" y="0"/>
            <a:chExt cx="2048144" cy="2438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48144" cy="243861"/>
            </a:xfrm>
            <a:custGeom>
              <a:avLst/>
              <a:gdLst/>
              <a:ahLst/>
              <a:cxnLst/>
              <a:rect r="r" b="b" t="t" l="l"/>
              <a:pathLst>
                <a:path h="243861" w="2048144">
                  <a:moveTo>
                    <a:pt x="18915" y="0"/>
                  </a:moveTo>
                  <a:lnTo>
                    <a:pt x="2029228" y="0"/>
                  </a:lnTo>
                  <a:cubicBezTo>
                    <a:pt x="2039675" y="0"/>
                    <a:pt x="2048144" y="8469"/>
                    <a:pt x="2048144" y="18915"/>
                  </a:cubicBezTo>
                  <a:lnTo>
                    <a:pt x="2048144" y="224946"/>
                  </a:lnTo>
                  <a:cubicBezTo>
                    <a:pt x="2048144" y="235393"/>
                    <a:pt x="2039675" y="243861"/>
                    <a:pt x="2029228" y="243861"/>
                  </a:cubicBezTo>
                  <a:lnTo>
                    <a:pt x="18915" y="243861"/>
                  </a:lnTo>
                  <a:cubicBezTo>
                    <a:pt x="8469" y="243861"/>
                    <a:pt x="0" y="235393"/>
                    <a:pt x="0" y="224946"/>
                  </a:cubicBezTo>
                  <a:lnTo>
                    <a:pt x="0" y="18915"/>
                  </a:lnTo>
                  <a:cubicBezTo>
                    <a:pt x="0" y="8469"/>
                    <a:pt x="8469" y="0"/>
                    <a:pt x="18915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2048144" cy="21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4982460" y="5868937"/>
            <a:ext cx="1001852" cy="789041"/>
          </a:xfrm>
          <a:custGeom>
            <a:avLst/>
            <a:gdLst/>
            <a:ahLst/>
            <a:cxnLst/>
            <a:rect r="r" b="b" t="t" l="l"/>
            <a:pathLst>
              <a:path h="789041" w="1001852">
                <a:moveTo>
                  <a:pt x="0" y="0"/>
                </a:moveTo>
                <a:lnTo>
                  <a:pt x="1001853" y="0"/>
                </a:lnTo>
                <a:lnTo>
                  <a:pt x="1001853" y="789041"/>
                </a:lnTo>
                <a:lnTo>
                  <a:pt x="0" y="7890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96856" y="2403542"/>
            <a:ext cx="3478432" cy="619793"/>
          </a:xfrm>
          <a:custGeom>
            <a:avLst/>
            <a:gdLst/>
            <a:ahLst/>
            <a:cxnLst/>
            <a:rect r="r" b="b" t="t" l="l"/>
            <a:pathLst>
              <a:path h="619793" w="3478432">
                <a:moveTo>
                  <a:pt x="0" y="0"/>
                </a:moveTo>
                <a:lnTo>
                  <a:pt x="3478432" y="0"/>
                </a:lnTo>
                <a:lnTo>
                  <a:pt x="3478432" y="619794"/>
                </a:lnTo>
                <a:lnTo>
                  <a:pt x="0" y="6197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3185261"/>
            <a:ext cx="372575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Escribe una Opinion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72575" y="1367222"/>
            <a:ext cx="4058096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14" action="ppaction://hlinksldjump"/>
              </a:rPr>
              <a:t>← </a:t>
            </a: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Dejar reseña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78027" y="8071657"/>
            <a:ext cx="321839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1F2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Publicar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5808" y="5104413"/>
            <a:ext cx="476850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Comparte un video o foto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72575" y="7081075"/>
            <a:ext cx="425587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Nombre publico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5808" y="7832020"/>
            <a:ext cx="3359480" cy="69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16"/>
              </a:lnSpc>
              <a:spcBef>
                <a:spcPct val="0"/>
              </a:spcBef>
            </a:pPr>
            <a:r>
              <a:rPr lang="en-US" sz="3200" spc="51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Nombre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266991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921419" y="-12890"/>
            <a:ext cx="1014248" cy="858210"/>
          </a:xfrm>
          <a:custGeom>
            <a:avLst/>
            <a:gdLst/>
            <a:ahLst/>
            <a:cxnLst/>
            <a:rect r="r" b="b" t="t" l="l"/>
            <a:pathLst>
              <a:path h="858210" w="1014248">
                <a:moveTo>
                  <a:pt x="0" y="0"/>
                </a:moveTo>
                <a:lnTo>
                  <a:pt x="1014249" y="0"/>
                </a:lnTo>
                <a:lnTo>
                  <a:pt x="1014249" y="858210"/>
                </a:lnTo>
                <a:lnTo>
                  <a:pt x="0" y="8582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0039" t="-6578" r="-1139" b="-12082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3885666"/>
            <a:ext cx="9175152" cy="925911"/>
            <a:chOff x="0" y="0"/>
            <a:chExt cx="2416501" cy="2438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16501" cy="243861"/>
            </a:xfrm>
            <a:custGeom>
              <a:avLst/>
              <a:gdLst/>
              <a:ahLst/>
              <a:cxnLst/>
              <a:rect r="r" b="b" t="t" l="l"/>
              <a:pathLst>
                <a:path h="243861" w="2416501">
                  <a:moveTo>
                    <a:pt x="16032" y="0"/>
                  </a:moveTo>
                  <a:lnTo>
                    <a:pt x="2400469" y="0"/>
                  </a:lnTo>
                  <a:cubicBezTo>
                    <a:pt x="2409323" y="0"/>
                    <a:pt x="2416501" y="7178"/>
                    <a:pt x="2416501" y="16032"/>
                  </a:cubicBezTo>
                  <a:lnTo>
                    <a:pt x="2416501" y="227829"/>
                  </a:lnTo>
                  <a:cubicBezTo>
                    <a:pt x="2416501" y="232081"/>
                    <a:pt x="2414812" y="236159"/>
                    <a:pt x="2411805" y="239166"/>
                  </a:cubicBezTo>
                  <a:cubicBezTo>
                    <a:pt x="2408799" y="242172"/>
                    <a:pt x="2404721" y="243861"/>
                    <a:pt x="2400469" y="243861"/>
                  </a:cubicBezTo>
                  <a:lnTo>
                    <a:pt x="16032" y="243861"/>
                  </a:lnTo>
                  <a:cubicBezTo>
                    <a:pt x="11780" y="243861"/>
                    <a:pt x="7702" y="242172"/>
                    <a:pt x="4696" y="239166"/>
                  </a:cubicBezTo>
                  <a:cubicBezTo>
                    <a:pt x="1689" y="236159"/>
                    <a:pt x="0" y="232081"/>
                    <a:pt x="0" y="227829"/>
                  </a:cubicBezTo>
                  <a:lnTo>
                    <a:pt x="0" y="16032"/>
                  </a:lnTo>
                  <a:cubicBezTo>
                    <a:pt x="0" y="7178"/>
                    <a:pt x="7178" y="0"/>
                    <a:pt x="16032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38100"/>
              <a:ext cx="2416501" cy="205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11"/>
                </a:lnSpc>
              </a:pPr>
              <a:r>
                <a:rPr lang="en-US" sz="2799">
                  <a:solidFill>
                    <a:srgbClr val="000000">
                      <a:alpha val="51765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¿Qué impresión te dejo el producto?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852223" y="7781480"/>
            <a:ext cx="4407077" cy="1118835"/>
            <a:chOff x="0" y="0"/>
            <a:chExt cx="1160712" cy="2946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60712" cy="294673"/>
            </a:xfrm>
            <a:custGeom>
              <a:avLst/>
              <a:gdLst/>
              <a:ahLst/>
              <a:cxnLst/>
              <a:rect r="r" b="b" t="t" l="l"/>
              <a:pathLst>
                <a:path h="294673" w="1160712">
                  <a:moveTo>
                    <a:pt x="42161" y="0"/>
                  </a:moveTo>
                  <a:lnTo>
                    <a:pt x="1118551" y="0"/>
                  </a:lnTo>
                  <a:cubicBezTo>
                    <a:pt x="1141836" y="0"/>
                    <a:pt x="1160712" y="18876"/>
                    <a:pt x="1160712" y="42161"/>
                  </a:cubicBezTo>
                  <a:lnTo>
                    <a:pt x="1160712" y="252512"/>
                  </a:lnTo>
                  <a:cubicBezTo>
                    <a:pt x="1160712" y="275797"/>
                    <a:pt x="1141836" y="294673"/>
                    <a:pt x="1118551" y="294673"/>
                  </a:cubicBezTo>
                  <a:lnTo>
                    <a:pt x="42161" y="294673"/>
                  </a:lnTo>
                  <a:cubicBezTo>
                    <a:pt x="18876" y="294673"/>
                    <a:pt x="0" y="275797"/>
                    <a:pt x="0" y="252512"/>
                  </a:cubicBezTo>
                  <a:lnTo>
                    <a:pt x="0" y="42161"/>
                  </a:lnTo>
                  <a:cubicBezTo>
                    <a:pt x="0" y="18876"/>
                    <a:pt x="18876" y="0"/>
                    <a:pt x="42161" y="0"/>
                  </a:cubicBezTo>
                  <a:close/>
                </a:path>
              </a:pathLst>
            </a:custGeom>
            <a:solidFill>
              <a:srgbClr val="18A1D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60712" cy="332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72575" y="5800502"/>
            <a:ext cx="9175152" cy="925911"/>
            <a:chOff x="0" y="0"/>
            <a:chExt cx="2416501" cy="2438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16501" cy="243861"/>
            </a:xfrm>
            <a:custGeom>
              <a:avLst/>
              <a:gdLst/>
              <a:ahLst/>
              <a:cxnLst/>
              <a:rect r="r" b="b" t="t" l="l"/>
              <a:pathLst>
                <a:path h="243861" w="2416501">
                  <a:moveTo>
                    <a:pt x="16032" y="0"/>
                  </a:moveTo>
                  <a:lnTo>
                    <a:pt x="2400469" y="0"/>
                  </a:lnTo>
                  <a:cubicBezTo>
                    <a:pt x="2409323" y="0"/>
                    <a:pt x="2416501" y="7178"/>
                    <a:pt x="2416501" y="16032"/>
                  </a:cubicBezTo>
                  <a:lnTo>
                    <a:pt x="2416501" y="227829"/>
                  </a:lnTo>
                  <a:cubicBezTo>
                    <a:pt x="2416501" y="232081"/>
                    <a:pt x="2414812" y="236159"/>
                    <a:pt x="2411805" y="239166"/>
                  </a:cubicBezTo>
                  <a:cubicBezTo>
                    <a:pt x="2408799" y="242172"/>
                    <a:pt x="2404721" y="243861"/>
                    <a:pt x="2400469" y="243861"/>
                  </a:cubicBezTo>
                  <a:lnTo>
                    <a:pt x="16032" y="243861"/>
                  </a:lnTo>
                  <a:cubicBezTo>
                    <a:pt x="11780" y="243861"/>
                    <a:pt x="7702" y="242172"/>
                    <a:pt x="4696" y="239166"/>
                  </a:cubicBezTo>
                  <a:cubicBezTo>
                    <a:pt x="1689" y="236159"/>
                    <a:pt x="0" y="232081"/>
                    <a:pt x="0" y="227829"/>
                  </a:cubicBezTo>
                  <a:lnTo>
                    <a:pt x="0" y="16032"/>
                  </a:lnTo>
                  <a:cubicBezTo>
                    <a:pt x="0" y="7178"/>
                    <a:pt x="7178" y="0"/>
                    <a:pt x="16032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2416501" cy="21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72575" y="7781480"/>
            <a:ext cx="7776546" cy="925911"/>
            <a:chOff x="0" y="0"/>
            <a:chExt cx="2048144" cy="2438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48144" cy="243861"/>
            </a:xfrm>
            <a:custGeom>
              <a:avLst/>
              <a:gdLst/>
              <a:ahLst/>
              <a:cxnLst/>
              <a:rect r="r" b="b" t="t" l="l"/>
              <a:pathLst>
                <a:path h="243861" w="2048144">
                  <a:moveTo>
                    <a:pt x="18915" y="0"/>
                  </a:moveTo>
                  <a:lnTo>
                    <a:pt x="2029228" y="0"/>
                  </a:lnTo>
                  <a:cubicBezTo>
                    <a:pt x="2039675" y="0"/>
                    <a:pt x="2048144" y="8469"/>
                    <a:pt x="2048144" y="18915"/>
                  </a:cubicBezTo>
                  <a:lnTo>
                    <a:pt x="2048144" y="224946"/>
                  </a:lnTo>
                  <a:cubicBezTo>
                    <a:pt x="2048144" y="235393"/>
                    <a:pt x="2039675" y="243861"/>
                    <a:pt x="2029228" y="243861"/>
                  </a:cubicBezTo>
                  <a:lnTo>
                    <a:pt x="18915" y="243861"/>
                  </a:lnTo>
                  <a:cubicBezTo>
                    <a:pt x="8469" y="243861"/>
                    <a:pt x="0" y="235393"/>
                    <a:pt x="0" y="224946"/>
                  </a:cubicBezTo>
                  <a:lnTo>
                    <a:pt x="0" y="18915"/>
                  </a:lnTo>
                  <a:cubicBezTo>
                    <a:pt x="0" y="8469"/>
                    <a:pt x="8469" y="0"/>
                    <a:pt x="18915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2048144" cy="21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4982460" y="5868937"/>
            <a:ext cx="1001852" cy="789041"/>
          </a:xfrm>
          <a:custGeom>
            <a:avLst/>
            <a:gdLst/>
            <a:ahLst/>
            <a:cxnLst/>
            <a:rect r="r" b="b" t="t" l="l"/>
            <a:pathLst>
              <a:path h="789041" w="1001852">
                <a:moveTo>
                  <a:pt x="0" y="0"/>
                </a:moveTo>
                <a:lnTo>
                  <a:pt x="1001853" y="0"/>
                </a:lnTo>
                <a:lnTo>
                  <a:pt x="1001853" y="789041"/>
                </a:lnTo>
                <a:lnTo>
                  <a:pt x="0" y="7890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96856" y="2403542"/>
            <a:ext cx="3478432" cy="619793"/>
          </a:xfrm>
          <a:custGeom>
            <a:avLst/>
            <a:gdLst/>
            <a:ahLst/>
            <a:cxnLst/>
            <a:rect r="r" b="b" t="t" l="l"/>
            <a:pathLst>
              <a:path h="619793" w="3478432">
                <a:moveTo>
                  <a:pt x="0" y="0"/>
                </a:moveTo>
                <a:lnTo>
                  <a:pt x="3478432" y="0"/>
                </a:lnTo>
                <a:lnTo>
                  <a:pt x="3478432" y="619794"/>
                </a:lnTo>
                <a:lnTo>
                  <a:pt x="0" y="6197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3185261"/>
            <a:ext cx="372575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Escribe una Opinion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72575" y="1367222"/>
            <a:ext cx="4058096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14" action="ppaction://hlinksldjump"/>
              </a:rPr>
              <a:t>← </a:t>
            </a: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Dejar reseña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78027" y="8071657"/>
            <a:ext cx="321839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1F2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Publicar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5808" y="5104413"/>
            <a:ext cx="476850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Comparte un video o foto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72575" y="7081075"/>
            <a:ext cx="425587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Nombre publico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5808" y="7832020"/>
            <a:ext cx="3359480" cy="69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16"/>
              </a:lnSpc>
              <a:spcBef>
                <a:spcPct val="0"/>
              </a:spcBef>
            </a:pPr>
            <a:r>
              <a:rPr lang="en-US" sz="3200" spc="51">
                <a:solidFill>
                  <a:srgbClr val="B4B4B4"/>
                </a:solidFill>
                <a:latin typeface="Open Sans"/>
                <a:ea typeface="Open Sans"/>
                <a:cs typeface="Open Sans"/>
                <a:sym typeface="Open Sans"/>
              </a:rPr>
              <a:t>Nombre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471852" y="2887860"/>
            <a:ext cx="7123493" cy="6015779"/>
            <a:chOff x="0" y="0"/>
            <a:chExt cx="1876146" cy="15844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76146" cy="1584403"/>
            </a:xfrm>
            <a:custGeom>
              <a:avLst/>
              <a:gdLst/>
              <a:ahLst/>
              <a:cxnLst/>
              <a:rect r="r" b="b" t="t" l="l"/>
              <a:pathLst>
                <a:path h="1584403" w="1876146">
                  <a:moveTo>
                    <a:pt x="0" y="0"/>
                  </a:moveTo>
                  <a:lnTo>
                    <a:pt x="1876146" y="0"/>
                  </a:lnTo>
                  <a:lnTo>
                    <a:pt x="1876146" y="1584403"/>
                  </a:lnTo>
                  <a:lnTo>
                    <a:pt x="0" y="158440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CD2D8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876146" cy="1622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325803" y="7680527"/>
            <a:ext cx="3415591" cy="833992"/>
            <a:chOff x="0" y="0"/>
            <a:chExt cx="899579" cy="219652"/>
          </a:xfrm>
        </p:grpSpPr>
        <p:sp>
          <p:nvSpPr>
            <p:cNvPr name="Freeform 34" id="34">
              <a:hlinkClick r:id="rId15" action="ppaction://hlinksldjump"/>
            </p:cNvPr>
            <p:cNvSpPr/>
            <p:nvPr/>
          </p:nvSpPr>
          <p:spPr>
            <a:xfrm flipH="false" flipV="false" rot="0">
              <a:off x="0" y="0"/>
              <a:ext cx="899579" cy="219652"/>
            </a:xfrm>
            <a:custGeom>
              <a:avLst/>
              <a:gdLst/>
              <a:ahLst/>
              <a:cxnLst/>
              <a:rect r="r" b="b" t="t" l="l"/>
              <a:pathLst>
                <a:path h="219652" w="899579">
                  <a:moveTo>
                    <a:pt x="29466" y="0"/>
                  </a:moveTo>
                  <a:lnTo>
                    <a:pt x="870113" y="0"/>
                  </a:lnTo>
                  <a:cubicBezTo>
                    <a:pt x="886387" y="0"/>
                    <a:pt x="899579" y="13193"/>
                    <a:pt x="899579" y="29466"/>
                  </a:cubicBezTo>
                  <a:lnTo>
                    <a:pt x="899579" y="190186"/>
                  </a:lnTo>
                  <a:cubicBezTo>
                    <a:pt x="899579" y="206460"/>
                    <a:pt x="886387" y="219652"/>
                    <a:pt x="870113" y="219652"/>
                  </a:cubicBezTo>
                  <a:lnTo>
                    <a:pt x="29466" y="219652"/>
                  </a:lnTo>
                  <a:cubicBezTo>
                    <a:pt x="13193" y="219652"/>
                    <a:pt x="0" y="206460"/>
                    <a:pt x="0" y="190186"/>
                  </a:cubicBezTo>
                  <a:lnTo>
                    <a:pt x="0" y="29466"/>
                  </a:lnTo>
                  <a:cubicBezTo>
                    <a:pt x="0" y="13193"/>
                    <a:pt x="13193" y="0"/>
                    <a:pt x="29466" y="0"/>
                  </a:cubicBezTo>
                  <a:close/>
                </a:path>
              </a:pathLst>
            </a:custGeom>
            <a:solidFill>
              <a:srgbClr val="18A1D5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99579" cy="257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7644879" y="7776220"/>
            <a:ext cx="277744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F1F2EB"/>
                </a:solidFill>
                <a:latin typeface="Open Sans Bold"/>
                <a:ea typeface="Open Sans Bold"/>
                <a:cs typeface="Open Sans Bold"/>
                <a:sym typeface="Open Sans Bold"/>
                <a:hlinkClick r:id="rId16" action="ppaction://hlinksldjump"/>
              </a:rPr>
              <a:t>Ver Pedido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8015233" y="5155472"/>
            <a:ext cx="2036732" cy="2036732"/>
          </a:xfrm>
          <a:custGeom>
            <a:avLst/>
            <a:gdLst/>
            <a:ahLst/>
            <a:cxnLst/>
            <a:rect r="r" b="b" t="t" l="l"/>
            <a:pathLst>
              <a:path h="2036732" w="2036732">
                <a:moveTo>
                  <a:pt x="0" y="0"/>
                </a:moveTo>
                <a:lnTo>
                  <a:pt x="2036731" y="0"/>
                </a:lnTo>
                <a:lnTo>
                  <a:pt x="2036731" y="2036731"/>
                </a:lnTo>
                <a:lnTo>
                  <a:pt x="0" y="203673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6217228" y="3460383"/>
            <a:ext cx="5632740" cy="67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5"/>
              </a:lnSpc>
            </a:pPr>
            <a:r>
              <a:rPr lang="en-US" sz="396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Publicación exitosa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673" y="-196269"/>
            <a:ext cx="19048543" cy="1224969"/>
            <a:chOff x="0" y="0"/>
            <a:chExt cx="5016900" cy="3226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6900" cy="322626"/>
            </a:xfrm>
            <a:custGeom>
              <a:avLst/>
              <a:gdLst/>
              <a:ahLst/>
              <a:cxnLst/>
              <a:rect r="r" b="b" t="t" l="l"/>
              <a:pathLst>
                <a:path h="322626" w="5016900">
                  <a:moveTo>
                    <a:pt x="0" y="0"/>
                  </a:moveTo>
                  <a:lnTo>
                    <a:pt x="5016900" y="0"/>
                  </a:lnTo>
                  <a:lnTo>
                    <a:pt x="5016900" y="322626"/>
                  </a:lnTo>
                  <a:lnTo>
                    <a:pt x="0" y="322626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w="57150" cap="sq">
              <a:solidFill>
                <a:srgbClr val="000000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5016900" cy="29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423206" y="249429"/>
            <a:ext cx="605494" cy="333572"/>
          </a:xfrm>
          <a:custGeom>
            <a:avLst/>
            <a:gdLst/>
            <a:ahLst/>
            <a:cxnLst/>
            <a:rect r="r" b="b" t="t" l="l"/>
            <a:pathLst>
              <a:path h="333572" w="605494">
                <a:moveTo>
                  <a:pt x="0" y="0"/>
                </a:moveTo>
                <a:lnTo>
                  <a:pt x="605494" y="0"/>
                </a:lnTo>
                <a:lnTo>
                  <a:pt x="605494" y="333573"/>
                </a:lnTo>
                <a:lnTo>
                  <a:pt x="0" y="33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976" y="57707"/>
            <a:ext cx="1117164" cy="717016"/>
          </a:xfrm>
          <a:custGeom>
            <a:avLst/>
            <a:gdLst/>
            <a:ahLst/>
            <a:cxnLst/>
            <a:rect r="r" b="b" t="t" l="l"/>
            <a:pathLst>
              <a:path h="717016" w="1117164">
                <a:moveTo>
                  <a:pt x="0" y="0"/>
                </a:moveTo>
                <a:lnTo>
                  <a:pt x="1117164" y="0"/>
                </a:lnTo>
                <a:lnTo>
                  <a:pt x="1117164" y="717017"/>
                </a:lnTo>
                <a:lnTo>
                  <a:pt x="0" y="717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058875" y="169033"/>
            <a:ext cx="631336" cy="605690"/>
          </a:xfrm>
          <a:custGeom>
            <a:avLst/>
            <a:gdLst/>
            <a:ahLst/>
            <a:cxnLst/>
            <a:rect r="r" b="b" t="t" l="l"/>
            <a:pathLst>
              <a:path h="605690" w="631336">
                <a:moveTo>
                  <a:pt x="0" y="0"/>
                </a:moveTo>
                <a:lnTo>
                  <a:pt x="631336" y="0"/>
                </a:lnTo>
                <a:lnTo>
                  <a:pt x="631336" y="605691"/>
                </a:lnTo>
                <a:lnTo>
                  <a:pt x="0" y="6056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7259300" y="142848"/>
            <a:ext cx="465818" cy="578329"/>
          </a:xfrm>
          <a:custGeom>
            <a:avLst/>
            <a:gdLst/>
            <a:ahLst/>
            <a:cxnLst/>
            <a:rect r="r" b="b" t="t" l="l"/>
            <a:pathLst>
              <a:path h="578329" w="465818">
                <a:moveTo>
                  <a:pt x="0" y="0"/>
                </a:moveTo>
                <a:lnTo>
                  <a:pt x="465818" y="0"/>
                </a:lnTo>
                <a:lnTo>
                  <a:pt x="465818" y="578329"/>
                </a:lnTo>
                <a:lnTo>
                  <a:pt x="0" y="5783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5715658" y="7213442"/>
            <a:ext cx="5743" cy="93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5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690858" y="6478488"/>
            <a:ext cx="2994725" cy="3551014"/>
            <a:chOff x="0" y="0"/>
            <a:chExt cx="1308151" cy="15511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8151" cy="1551149"/>
            </a:xfrm>
            <a:custGeom>
              <a:avLst/>
              <a:gdLst/>
              <a:ahLst/>
              <a:cxnLst/>
              <a:rect r="r" b="b" t="t" l="l"/>
              <a:pathLst>
                <a:path h="1551149" w="1308151">
                  <a:moveTo>
                    <a:pt x="49119" y="0"/>
                  </a:moveTo>
                  <a:lnTo>
                    <a:pt x="1259033" y="0"/>
                  </a:lnTo>
                  <a:cubicBezTo>
                    <a:pt x="1272060" y="0"/>
                    <a:pt x="1284553" y="5175"/>
                    <a:pt x="1293765" y="14386"/>
                  </a:cubicBezTo>
                  <a:cubicBezTo>
                    <a:pt x="1302976" y="23598"/>
                    <a:pt x="1308151" y="36091"/>
                    <a:pt x="1308151" y="49119"/>
                  </a:cubicBezTo>
                  <a:lnTo>
                    <a:pt x="1308151" y="1502030"/>
                  </a:lnTo>
                  <a:cubicBezTo>
                    <a:pt x="1308151" y="1515057"/>
                    <a:pt x="1302976" y="1527551"/>
                    <a:pt x="1293765" y="1536762"/>
                  </a:cubicBezTo>
                  <a:cubicBezTo>
                    <a:pt x="1284553" y="1545974"/>
                    <a:pt x="1272060" y="1551149"/>
                    <a:pt x="1259033" y="1551149"/>
                  </a:cubicBezTo>
                  <a:lnTo>
                    <a:pt x="49119" y="1551149"/>
                  </a:lnTo>
                  <a:cubicBezTo>
                    <a:pt x="36091" y="1551149"/>
                    <a:pt x="23598" y="1545974"/>
                    <a:pt x="14386" y="1536762"/>
                  </a:cubicBezTo>
                  <a:cubicBezTo>
                    <a:pt x="5175" y="1527551"/>
                    <a:pt x="0" y="1515057"/>
                    <a:pt x="0" y="1502030"/>
                  </a:cubicBezTo>
                  <a:lnTo>
                    <a:pt x="0" y="49119"/>
                  </a:lnTo>
                  <a:cubicBezTo>
                    <a:pt x="0" y="36091"/>
                    <a:pt x="5175" y="23598"/>
                    <a:pt x="14386" y="14386"/>
                  </a:cubicBezTo>
                  <a:cubicBezTo>
                    <a:pt x="23598" y="5175"/>
                    <a:pt x="36091" y="0"/>
                    <a:pt x="49119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1308151" cy="1522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58163" y="6833285"/>
            <a:ext cx="1226400" cy="1289713"/>
          </a:xfrm>
          <a:custGeom>
            <a:avLst/>
            <a:gdLst/>
            <a:ahLst/>
            <a:cxnLst/>
            <a:rect r="r" b="b" t="t" l="l"/>
            <a:pathLst>
              <a:path h="1289713" w="1226400">
                <a:moveTo>
                  <a:pt x="0" y="0"/>
                </a:moveTo>
                <a:lnTo>
                  <a:pt x="1226400" y="0"/>
                </a:lnTo>
                <a:lnTo>
                  <a:pt x="1226400" y="1289713"/>
                </a:lnTo>
                <a:lnTo>
                  <a:pt x="0" y="12897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367690" y="9306699"/>
            <a:ext cx="1607347" cy="454510"/>
            <a:chOff x="0" y="0"/>
            <a:chExt cx="2143130" cy="60601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143130" cy="606014"/>
              <a:chOff x="0" y="0"/>
              <a:chExt cx="702119" cy="19853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702119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702119">
                    <a:moveTo>
                      <a:pt x="37753" y="0"/>
                    </a:moveTo>
                    <a:lnTo>
                      <a:pt x="664366" y="0"/>
                    </a:lnTo>
                    <a:cubicBezTo>
                      <a:pt x="674379" y="0"/>
                      <a:pt x="683981" y="3978"/>
                      <a:pt x="691061" y="11058"/>
                    </a:cubicBezTo>
                    <a:cubicBezTo>
                      <a:pt x="698141" y="18138"/>
                      <a:pt x="702119" y="27741"/>
                      <a:pt x="702119" y="37753"/>
                    </a:cubicBezTo>
                    <a:lnTo>
                      <a:pt x="702119" y="160785"/>
                    </a:lnTo>
                    <a:cubicBezTo>
                      <a:pt x="702119" y="170798"/>
                      <a:pt x="698141" y="180401"/>
                      <a:pt x="691061" y="187481"/>
                    </a:cubicBezTo>
                    <a:cubicBezTo>
                      <a:pt x="683981" y="194561"/>
                      <a:pt x="674379" y="198538"/>
                      <a:pt x="664366" y="198538"/>
                    </a:cubicBezTo>
                    <a:lnTo>
                      <a:pt x="37753" y="198538"/>
                    </a:lnTo>
                    <a:cubicBezTo>
                      <a:pt x="27741" y="198538"/>
                      <a:pt x="18138" y="194561"/>
                      <a:pt x="11058" y="187481"/>
                    </a:cubicBezTo>
                    <a:cubicBezTo>
                      <a:pt x="3978" y="180401"/>
                      <a:pt x="0" y="170798"/>
                      <a:pt x="0" y="160785"/>
                    </a:cubicBezTo>
                    <a:lnTo>
                      <a:pt x="0" y="37753"/>
                    </a:lnTo>
                    <a:cubicBezTo>
                      <a:pt x="0" y="27741"/>
                      <a:pt x="3978" y="18138"/>
                      <a:pt x="11058" y="11058"/>
                    </a:cubicBezTo>
                    <a:cubicBezTo>
                      <a:pt x="18138" y="3978"/>
                      <a:pt x="27741" y="0"/>
                      <a:pt x="37753" y="0"/>
                    </a:cubicBezTo>
                    <a:close/>
                  </a:path>
                </a:pathLst>
              </a:custGeom>
              <a:solidFill>
                <a:srgbClr val="18A1D5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702119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474423" y="62162"/>
              <a:ext cx="1194284" cy="4340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</a:pPr>
              <a:r>
                <a:rPr lang="en-US" b="true" sz="1929">
                  <a:solidFill>
                    <a:srgbClr val="F1F2EB"/>
                  </a:solidFill>
                  <a:latin typeface="Open Sans Bold"/>
                  <a:ea typeface="Open Sans Bold"/>
                  <a:cs typeface="Open Sans Bold"/>
                  <a:sym typeface="Open Sans Bold"/>
                  <a:hlinkClick r:id="rId13" action="ppaction://hlinksldjump"/>
                </a:rPr>
                <a:t>Ver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218295" y="6478488"/>
            <a:ext cx="2994725" cy="3551014"/>
            <a:chOff x="0" y="0"/>
            <a:chExt cx="1308151" cy="155114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08151" cy="1551149"/>
            </a:xfrm>
            <a:custGeom>
              <a:avLst/>
              <a:gdLst/>
              <a:ahLst/>
              <a:cxnLst/>
              <a:rect r="r" b="b" t="t" l="l"/>
              <a:pathLst>
                <a:path h="1551149" w="1308151">
                  <a:moveTo>
                    <a:pt x="49119" y="0"/>
                  </a:moveTo>
                  <a:lnTo>
                    <a:pt x="1259033" y="0"/>
                  </a:lnTo>
                  <a:cubicBezTo>
                    <a:pt x="1272060" y="0"/>
                    <a:pt x="1284553" y="5175"/>
                    <a:pt x="1293765" y="14386"/>
                  </a:cubicBezTo>
                  <a:cubicBezTo>
                    <a:pt x="1302976" y="23598"/>
                    <a:pt x="1308151" y="36091"/>
                    <a:pt x="1308151" y="49119"/>
                  </a:cubicBezTo>
                  <a:lnTo>
                    <a:pt x="1308151" y="1502030"/>
                  </a:lnTo>
                  <a:cubicBezTo>
                    <a:pt x="1308151" y="1515057"/>
                    <a:pt x="1302976" y="1527551"/>
                    <a:pt x="1293765" y="1536762"/>
                  </a:cubicBezTo>
                  <a:cubicBezTo>
                    <a:pt x="1284553" y="1545974"/>
                    <a:pt x="1272060" y="1551149"/>
                    <a:pt x="1259033" y="1551149"/>
                  </a:cubicBezTo>
                  <a:lnTo>
                    <a:pt x="49119" y="1551149"/>
                  </a:lnTo>
                  <a:cubicBezTo>
                    <a:pt x="36091" y="1551149"/>
                    <a:pt x="23598" y="1545974"/>
                    <a:pt x="14386" y="1536762"/>
                  </a:cubicBezTo>
                  <a:cubicBezTo>
                    <a:pt x="5175" y="1527551"/>
                    <a:pt x="0" y="1515057"/>
                    <a:pt x="0" y="1502030"/>
                  </a:cubicBezTo>
                  <a:lnTo>
                    <a:pt x="0" y="49119"/>
                  </a:lnTo>
                  <a:cubicBezTo>
                    <a:pt x="0" y="36091"/>
                    <a:pt x="5175" y="23598"/>
                    <a:pt x="14386" y="14386"/>
                  </a:cubicBezTo>
                  <a:cubicBezTo>
                    <a:pt x="23598" y="5175"/>
                    <a:pt x="36091" y="0"/>
                    <a:pt x="49119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1308151" cy="1522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747118" y="6478488"/>
            <a:ext cx="2994725" cy="3551014"/>
            <a:chOff x="0" y="0"/>
            <a:chExt cx="1308151" cy="15511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08151" cy="1551149"/>
            </a:xfrm>
            <a:custGeom>
              <a:avLst/>
              <a:gdLst/>
              <a:ahLst/>
              <a:cxnLst/>
              <a:rect r="r" b="b" t="t" l="l"/>
              <a:pathLst>
                <a:path h="1551149" w="1308151">
                  <a:moveTo>
                    <a:pt x="49119" y="0"/>
                  </a:moveTo>
                  <a:lnTo>
                    <a:pt x="1259033" y="0"/>
                  </a:lnTo>
                  <a:cubicBezTo>
                    <a:pt x="1272060" y="0"/>
                    <a:pt x="1284553" y="5175"/>
                    <a:pt x="1293765" y="14386"/>
                  </a:cubicBezTo>
                  <a:cubicBezTo>
                    <a:pt x="1302976" y="23598"/>
                    <a:pt x="1308151" y="36091"/>
                    <a:pt x="1308151" y="49119"/>
                  </a:cubicBezTo>
                  <a:lnTo>
                    <a:pt x="1308151" y="1502030"/>
                  </a:lnTo>
                  <a:cubicBezTo>
                    <a:pt x="1308151" y="1515057"/>
                    <a:pt x="1302976" y="1527551"/>
                    <a:pt x="1293765" y="1536762"/>
                  </a:cubicBezTo>
                  <a:cubicBezTo>
                    <a:pt x="1284553" y="1545974"/>
                    <a:pt x="1272060" y="1551149"/>
                    <a:pt x="1259033" y="1551149"/>
                  </a:cubicBezTo>
                  <a:lnTo>
                    <a:pt x="49119" y="1551149"/>
                  </a:lnTo>
                  <a:cubicBezTo>
                    <a:pt x="36091" y="1551149"/>
                    <a:pt x="23598" y="1545974"/>
                    <a:pt x="14386" y="1536762"/>
                  </a:cubicBezTo>
                  <a:cubicBezTo>
                    <a:pt x="5175" y="1527551"/>
                    <a:pt x="0" y="1515057"/>
                    <a:pt x="0" y="1502030"/>
                  </a:cubicBezTo>
                  <a:lnTo>
                    <a:pt x="0" y="49119"/>
                  </a:lnTo>
                  <a:cubicBezTo>
                    <a:pt x="0" y="36091"/>
                    <a:pt x="5175" y="23598"/>
                    <a:pt x="14386" y="14386"/>
                  </a:cubicBezTo>
                  <a:cubicBezTo>
                    <a:pt x="23598" y="5175"/>
                    <a:pt x="36091" y="0"/>
                    <a:pt x="49119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1308151" cy="1522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263466" y="6642742"/>
            <a:ext cx="915870" cy="1611253"/>
          </a:xfrm>
          <a:custGeom>
            <a:avLst/>
            <a:gdLst/>
            <a:ahLst/>
            <a:cxnLst/>
            <a:rect r="r" b="b" t="t" l="l"/>
            <a:pathLst>
              <a:path h="1611253" w="915870">
                <a:moveTo>
                  <a:pt x="0" y="0"/>
                </a:moveTo>
                <a:lnTo>
                  <a:pt x="915870" y="0"/>
                </a:lnTo>
                <a:lnTo>
                  <a:pt x="915870" y="1611253"/>
                </a:lnTo>
                <a:lnTo>
                  <a:pt x="0" y="161125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4912449" y="9306699"/>
            <a:ext cx="1607347" cy="454510"/>
            <a:chOff x="0" y="0"/>
            <a:chExt cx="2143130" cy="606014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143130" cy="606014"/>
              <a:chOff x="0" y="0"/>
              <a:chExt cx="702119" cy="198538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702119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702119">
                    <a:moveTo>
                      <a:pt x="37753" y="0"/>
                    </a:moveTo>
                    <a:lnTo>
                      <a:pt x="664366" y="0"/>
                    </a:lnTo>
                    <a:cubicBezTo>
                      <a:pt x="674379" y="0"/>
                      <a:pt x="683981" y="3978"/>
                      <a:pt x="691061" y="11058"/>
                    </a:cubicBezTo>
                    <a:cubicBezTo>
                      <a:pt x="698141" y="18138"/>
                      <a:pt x="702119" y="27741"/>
                      <a:pt x="702119" y="37753"/>
                    </a:cubicBezTo>
                    <a:lnTo>
                      <a:pt x="702119" y="160785"/>
                    </a:lnTo>
                    <a:cubicBezTo>
                      <a:pt x="702119" y="170798"/>
                      <a:pt x="698141" y="180401"/>
                      <a:pt x="691061" y="187481"/>
                    </a:cubicBezTo>
                    <a:cubicBezTo>
                      <a:pt x="683981" y="194561"/>
                      <a:pt x="674379" y="198538"/>
                      <a:pt x="664366" y="198538"/>
                    </a:cubicBezTo>
                    <a:lnTo>
                      <a:pt x="37753" y="198538"/>
                    </a:lnTo>
                    <a:cubicBezTo>
                      <a:pt x="27741" y="198538"/>
                      <a:pt x="18138" y="194561"/>
                      <a:pt x="11058" y="187481"/>
                    </a:cubicBezTo>
                    <a:cubicBezTo>
                      <a:pt x="3978" y="180401"/>
                      <a:pt x="0" y="170798"/>
                      <a:pt x="0" y="160785"/>
                    </a:cubicBezTo>
                    <a:lnTo>
                      <a:pt x="0" y="37753"/>
                    </a:lnTo>
                    <a:cubicBezTo>
                      <a:pt x="0" y="27741"/>
                      <a:pt x="3978" y="18138"/>
                      <a:pt x="11058" y="11058"/>
                    </a:cubicBezTo>
                    <a:cubicBezTo>
                      <a:pt x="18138" y="3978"/>
                      <a:pt x="27741" y="0"/>
                      <a:pt x="37753" y="0"/>
                    </a:cubicBezTo>
                    <a:close/>
                  </a:path>
                </a:pathLst>
              </a:custGeom>
              <a:solidFill>
                <a:srgbClr val="18A1D5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702119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474423" y="62162"/>
              <a:ext cx="1194284" cy="4340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</a:pPr>
              <a:r>
                <a:rPr lang="en-US" sz="1929" b="true">
                  <a:solidFill>
                    <a:srgbClr val="F1F2E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455848" y="9306699"/>
            <a:ext cx="1607347" cy="454510"/>
            <a:chOff x="0" y="0"/>
            <a:chExt cx="2143130" cy="606014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2143130" cy="606014"/>
              <a:chOff x="0" y="0"/>
              <a:chExt cx="702119" cy="198538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702119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702119">
                    <a:moveTo>
                      <a:pt x="37753" y="0"/>
                    </a:moveTo>
                    <a:lnTo>
                      <a:pt x="664366" y="0"/>
                    </a:lnTo>
                    <a:cubicBezTo>
                      <a:pt x="674379" y="0"/>
                      <a:pt x="683981" y="3978"/>
                      <a:pt x="691061" y="11058"/>
                    </a:cubicBezTo>
                    <a:cubicBezTo>
                      <a:pt x="698141" y="18138"/>
                      <a:pt x="702119" y="27741"/>
                      <a:pt x="702119" y="37753"/>
                    </a:cubicBezTo>
                    <a:lnTo>
                      <a:pt x="702119" y="160785"/>
                    </a:lnTo>
                    <a:cubicBezTo>
                      <a:pt x="702119" y="170798"/>
                      <a:pt x="698141" y="180401"/>
                      <a:pt x="691061" y="187481"/>
                    </a:cubicBezTo>
                    <a:cubicBezTo>
                      <a:pt x="683981" y="194561"/>
                      <a:pt x="674379" y="198538"/>
                      <a:pt x="664366" y="198538"/>
                    </a:cubicBezTo>
                    <a:lnTo>
                      <a:pt x="37753" y="198538"/>
                    </a:lnTo>
                    <a:cubicBezTo>
                      <a:pt x="27741" y="198538"/>
                      <a:pt x="18138" y="194561"/>
                      <a:pt x="11058" y="187481"/>
                    </a:cubicBezTo>
                    <a:cubicBezTo>
                      <a:pt x="3978" y="180401"/>
                      <a:pt x="0" y="170798"/>
                      <a:pt x="0" y="160785"/>
                    </a:cubicBezTo>
                    <a:lnTo>
                      <a:pt x="0" y="37753"/>
                    </a:lnTo>
                    <a:cubicBezTo>
                      <a:pt x="0" y="27741"/>
                      <a:pt x="3978" y="18138"/>
                      <a:pt x="11058" y="11058"/>
                    </a:cubicBezTo>
                    <a:cubicBezTo>
                      <a:pt x="18138" y="3978"/>
                      <a:pt x="27741" y="0"/>
                      <a:pt x="37753" y="0"/>
                    </a:cubicBezTo>
                    <a:close/>
                  </a:path>
                </a:pathLst>
              </a:custGeom>
              <a:solidFill>
                <a:srgbClr val="18A1D5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702119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474423" y="62162"/>
              <a:ext cx="1194284" cy="4340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</a:pPr>
              <a:r>
                <a:rPr lang="en-US" sz="1929" b="true">
                  <a:solidFill>
                    <a:srgbClr val="F1F2E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9017180" y="6886988"/>
            <a:ext cx="840915" cy="1182306"/>
          </a:xfrm>
          <a:custGeom>
            <a:avLst/>
            <a:gdLst/>
            <a:ahLst/>
            <a:cxnLst/>
            <a:rect r="r" b="b" t="t" l="l"/>
            <a:pathLst>
              <a:path h="1182306" w="840915">
                <a:moveTo>
                  <a:pt x="0" y="0"/>
                </a:moveTo>
                <a:lnTo>
                  <a:pt x="840915" y="0"/>
                </a:lnTo>
                <a:lnTo>
                  <a:pt x="840915" y="1182306"/>
                </a:lnTo>
                <a:lnTo>
                  <a:pt x="0" y="118230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2047811" y="2042938"/>
            <a:ext cx="2550439" cy="459079"/>
          </a:xfrm>
          <a:custGeom>
            <a:avLst/>
            <a:gdLst/>
            <a:ahLst/>
            <a:cxnLst/>
            <a:rect r="r" b="b" t="t" l="l"/>
            <a:pathLst>
              <a:path h="459079" w="2550439">
                <a:moveTo>
                  <a:pt x="0" y="0"/>
                </a:moveTo>
                <a:lnTo>
                  <a:pt x="2550439" y="0"/>
                </a:lnTo>
                <a:lnTo>
                  <a:pt x="2550439" y="459079"/>
                </a:lnTo>
                <a:lnTo>
                  <a:pt x="0" y="4590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564713" y="1312943"/>
            <a:ext cx="1388845" cy="1388845"/>
          </a:xfrm>
          <a:custGeom>
            <a:avLst/>
            <a:gdLst/>
            <a:ahLst/>
            <a:cxnLst/>
            <a:rect r="r" b="b" t="t" l="l"/>
            <a:pathLst>
              <a:path h="1388845" w="1388845">
                <a:moveTo>
                  <a:pt x="0" y="0"/>
                </a:moveTo>
                <a:lnTo>
                  <a:pt x="1388845" y="0"/>
                </a:lnTo>
                <a:lnTo>
                  <a:pt x="1388845" y="1388845"/>
                </a:lnTo>
                <a:lnTo>
                  <a:pt x="0" y="138884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2658306" y="7213442"/>
            <a:ext cx="5743" cy="93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5"/>
              </a:lnSpc>
            </a:pPr>
          </a:p>
        </p:txBody>
      </p:sp>
      <p:grpSp>
        <p:nvGrpSpPr>
          <p:cNvPr name="Group 40" id="40"/>
          <p:cNvGrpSpPr/>
          <p:nvPr/>
        </p:nvGrpSpPr>
        <p:grpSpPr>
          <a:xfrm rot="0">
            <a:off x="11160944" y="6478488"/>
            <a:ext cx="2994725" cy="3551014"/>
            <a:chOff x="0" y="0"/>
            <a:chExt cx="1308151" cy="155114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08151" cy="1551149"/>
            </a:xfrm>
            <a:custGeom>
              <a:avLst/>
              <a:gdLst/>
              <a:ahLst/>
              <a:cxnLst/>
              <a:rect r="r" b="b" t="t" l="l"/>
              <a:pathLst>
                <a:path h="1551149" w="1308151">
                  <a:moveTo>
                    <a:pt x="49119" y="0"/>
                  </a:moveTo>
                  <a:lnTo>
                    <a:pt x="1259033" y="0"/>
                  </a:lnTo>
                  <a:cubicBezTo>
                    <a:pt x="1272060" y="0"/>
                    <a:pt x="1284553" y="5175"/>
                    <a:pt x="1293765" y="14386"/>
                  </a:cubicBezTo>
                  <a:cubicBezTo>
                    <a:pt x="1302976" y="23598"/>
                    <a:pt x="1308151" y="36091"/>
                    <a:pt x="1308151" y="49119"/>
                  </a:cubicBezTo>
                  <a:lnTo>
                    <a:pt x="1308151" y="1502030"/>
                  </a:lnTo>
                  <a:cubicBezTo>
                    <a:pt x="1308151" y="1515057"/>
                    <a:pt x="1302976" y="1527551"/>
                    <a:pt x="1293765" y="1536762"/>
                  </a:cubicBezTo>
                  <a:cubicBezTo>
                    <a:pt x="1284553" y="1545974"/>
                    <a:pt x="1272060" y="1551149"/>
                    <a:pt x="1259033" y="1551149"/>
                  </a:cubicBezTo>
                  <a:lnTo>
                    <a:pt x="49119" y="1551149"/>
                  </a:lnTo>
                  <a:cubicBezTo>
                    <a:pt x="36091" y="1551149"/>
                    <a:pt x="23598" y="1545974"/>
                    <a:pt x="14386" y="1536762"/>
                  </a:cubicBezTo>
                  <a:cubicBezTo>
                    <a:pt x="5175" y="1527551"/>
                    <a:pt x="0" y="1515057"/>
                    <a:pt x="0" y="1502030"/>
                  </a:cubicBezTo>
                  <a:lnTo>
                    <a:pt x="0" y="49119"/>
                  </a:lnTo>
                  <a:cubicBezTo>
                    <a:pt x="0" y="36091"/>
                    <a:pt x="5175" y="23598"/>
                    <a:pt x="14386" y="14386"/>
                  </a:cubicBezTo>
                  <a:cubicBezTo>
                    <a:pt x="23598" y="5175"/>
                    <a:pt x="36091" y="0"/>
                    <a:pt x="49119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28575"/>
              <a:ext cx="1308151" cy="1522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689767" y="6478488"/>
            <a:ext cx="2994725" cy="3551014"/>
            <a:chOff x="0" y="0"/>
            <a:chExt cx="1308151" cy="155114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08151" cy="1551149"/>
            </a:xfrm>
            <a:custGeom>
              <a:avLst/>
              <a:gdLst/>
              <a:ahLst/>
              <a:cxnLst/>
              <a:rect r="r" b="b" t="t" l="l"/>
              <a:pathLst>
                <a:path h="1551149" w="1308151">
                  <a:moveTo>
                    <a:pt x="49119" y="0"/>
                  </a:moveTo>
                  <a:lnTo>
                    <a:pt x="1259033" y="0"/>
                  </a:lnTo>
                  <a:cubicBezTo>
                    <a:pt x="1272060" y="0"/>
                    <a:pt x="1284553" y="5175"/>
                    <a:pt x="1293765" y="14386"/>
                  </a:cubicBezTo>
                  <a:cubicBezTo>
                    <a:pt x="1302976" y="23598"/>
                    <a:pt x="1308151" y="36091"/>
                    <a:pt x="1308151" y="49119"/>
                  </a:cubicBezTo>
                  <a:lnTo>
                    <a:pt x="1308151" y="1502030"/>
                  </a:lnTo>
                  <a:cubicBezTo>
                    <a:pt x="1308151" y="1515057"/>
                    <a:pt x="1302976" y="1527551"/>
                    <a:pt x="1293765" y="1536762"/>
                  </a:cubicBezTo>
                  <a:cubicBezTo>
                    <a:pt x="1284553" y="1545974"/>
                    <a:pt x="1272060" y="1551149"/>
                    <a:pt x="1259033" y="1551149"/>
                  </a:cubicBezTo>
                  <a:lnTo>
                    <a:pt x="49119" y="1551149"/>
                  </a:lnTo>
                  <a:cubicBezTo>
                    <a:pt x="36091" y="1551149"/>
                    <a:pt x="23598" y="1545974"/>
                    <a:pt x="14386" y="1536762"/>
                  </a:cubicBezTo>
                  <a:cubicBezTo>
                    <a:pt x="5175" y="1527551"/>
                    <a:pt x="0" y="1515057"/>
                    <a:pt x="0" y="1502030"/>
                  </a:cubicBezTo>
                  <a:lnTo>
                    <a:pt x="0" y="49119"/>
                  </a:lnTo>
                  <a:cubicBezTo>
                    <a:pt x="0" y="36091"/>
                    <a:pt x="5175" y="23598"/>
                    <a:pt x="14386" y="14386"/>
                  </a:cubicBezTo>
                  <a:cubicBezTo>
                    <a:pt x="23598" y="5175"/>
                    <a:pt x="36091" y="0"/>
                    <a:pt x="49119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28575"/>
              <a:ext cx="1308151" cy="1522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855097" y="9306699"/>
            <a:ext cx="1607347" cy="454510"/>
            <a:chOff x="0" y="0"/>
            <a:chExt cx="2143130" cy="606014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2143130" cy="606014"/>
              <a:chOff x="0" y="0"/>
              <a:chExt cx="702119" cy="198538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702119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702119">
                    <a:moveTo>
                      <a:pt x="37753" y="0"/>
                    </a:moveTo>
                    <a:lnTo>
                      <a:pt x="664366" y="0"/>
                    </a:lnTo>
                    <a:cubicBezTo>
                      <a:pt x="674379" y="0"/>
                      <a:pt x="683981" y="3978"/>
                      <a:pt x="691061" y="11058"/>
                    </a:cubicBezTo>
                    <a:cubicBezTo>
                      <a:pt x="698141" y="18138"/>
                      <a:pt x="702119" y="27741"/>
                      <a:pt x="702119" y="37753"/>
                    </a:cubicBezTo>
                    <a:lnTo>
                      <a:pt x="702119" y="160785"/>
                    </a:lnTo>
                    <a:cubicBezTo>
                      <a:pt x="702119" y="170798"/>
                      <a:pt x="698141" y="180401"/>
                      <a:pt x="691061" y="187481"/>
                    </a:cubicBezTo>
                    <a:cubicBezTo>
                      <a:pt x="683981" y="194561"/>
                      <a:pt x="674379" y="198538"/>
                      <a:pt x="664366" y="198538"/>
                    </a:cubicBezTo>
                    <a:lnTo>
                      <a:pt x="37753" y="198538"/>
                    </a:lnTo>
                    <a:cubicBezTo>
                      <a:pt x="27741" y="198538"/>
                      <a:pt x="18138" y="194561"/>
                      <a:pt x="11058" y="187481"/>
                    </a:cubicBezTo>
                    <a:cubicBezTo>
                      <a:pt x="3978" y="180401"/>
                      <a:pt x="0" y="170798"/>
                      <a:pt x="0" y="160785"/>
                    </a:cubicBezTo>
                    <a:lnTo>
                      <a:pt x="0" y="37753"/>
                    </a:lnTo>
                    <a:cubicBezTo>
                      <a:pt x="0" y="27741"/>
                      <a:pt x="3978" y="18138"/>
                      <a:pt x="11058" y="11058"/>
                    </a:cubicBezTo>
                    <a:cubicBezTo>
                      <a:pt x="18138" y="3978"/>
                      <a:pt x="27741" y="0"/>
                      <a:pt x="37753" y="0"/>
                    </a:cubicBezTo>
                    <a:close/>
                  </a:path>
                </a:pathLst>
              </a:custGeom>
              <a:solidFill>
                <a:srgbClr val="18A1D5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702119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474423" y="62162"/>
              <a:ext cx="1194284" cy="4340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</a:pPr>
              <a:r>
                <a:rPr lang="en-US" sz="1929" b="true">
                  <a:solidFill>
                    <a:srgbClr val="F1F2E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398497" y="9306699"/>
            <a:ext cx="1607347" cy="454510"/>
            <a:chOff x="0" y="0"/>
            <a:chExt cx="2143130" cy="606014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2143130" cy="606014"/>
              <a:chOff x="0" y="0"/>
              <a:chExt cx="702119" cy="198538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702119" cy="198538"/>
              </a:xfrm>
              <a:custGeom>
                <a:avLst/>
                <a:gdLst/>
                <a:ahLst/>
                <a:cxnLst/>
                <a:rect r="r" b="b" t="t" l="l"/>
                <a:pathLst>
                  <a:path h="198538" w="702119">
                    <a:moveTo>
                      <a:pt x="37753" y="0"/>
                    </a:moveTo>
                    <a:lnTo>
                      <a:pt x="664366" y="0"/>
                    </a:lnTo>
                    <a:cubicBezTo>
                      <a:pt x="674379" y="0"/>
                      <a:pt x="683981" y="3978"/>
                      <a:pt x="691061" y="11058"/>
                    </a:cubicBezTo>
                    <a:cubicBezTo>
                      <a:pt x="698141" y="18138"/>
                      <a:pt x="702119" y="27741"/>
                      <a:pt x="702119" y="37753"/>
                    </a:cubicBezTo>
                    <a:lnTo>
                      <a:pt x="702119" y="160785"/>
                    </a:lnTo>
                    <a:cubicBezTo>
                      <a:pt x="702119" y="170798"/>
                      <a:pt x="698141" y="180401"/>
                      <a:pt x="691061" y="187481"/>
                    </a:cubicBezTo>
                    <a:cubicBezTo>
                      <a:pt x="683981" y="194561"/>
                      <a:pt x="674379" y="198538"/>
                      <a:pt x="664366" y="198538"/>
                    </a:cubicBezTo>
                    <a:lnTo>
                      <a:pt x="37753" y="198538"/>
                    </a:lnTo>
                    <a:cubicBezTo>
                      <a:pt x="27741" y="198538"/>
                      <a:pt x="18138" y="194561"/>
                      <a:pt x="11058" y="187481"/>
                    </a:cubicBezTo>
                    <a:cubicBezTo>
                      <a:pt x="3978" y="180401"/>
                      <a:pt x="0" y="170798"/>
                      <a:pt x="0" y="160785"/>
                    </a:cubicBezTo>
                    <a:lnTo>
                      <a:pt x="0" y="37753"/>
                    </a:lnTo>
                    <a:cubicBezTo>
                      <a:pt x="0" y="27741"/>
                      <a:pt x="3978" y="18138"/>
                      <a:pt x="11058" y="11058"/>
                    </a:cubicBezTo>
                    <a:cubicBezTo>
                      <a:pt x="18138" y="3978"/>
                      <a:pt x="27741" y="0"/>
                      <a:pt x="37753" y="0"/>
                    </a:cubicBezTo>
                    <a:close/>
                  </a:path>
                </a:pathLst>
              </a:custGeom>
              <a:solidFill>
                <a:srgbClr val="18A1D5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702119" cy="2366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474423" y="62162"/>
              <a:ext cx="1194284" cy="4340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1"/>
                </a:lnSpc>
              </a:pPr>
              <a:r>
                <a:rPr lang="en-US" sz="1929" b="true">
                  <a:solidFill>
                    <a:srgbClr val="F1F2E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</a:t>
              </a: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12026419" y="6642742"/>
            <a:ext cx="1275262" cy="1697520"/>
          </a:xfrm>
          <a:custGeom>
            <a:avLst/>
            <a:gdLst/>
            <a:ahLst/>
            <a:cxnLst/>
            <a:rect r="r" b="b" t="t" l="l"/>
            <a:pathLst>
              <a:path h="1697520" w="1275262">
                <a:moveTo>
                  <a:pt x="0" y="0"/>
                </a:moveTo>
                <a:lnTo>
                  <a:pt x="1275261" y="0"/>
                </a:lnTo>
                <a:lnTo>
                  <a:pt x="1275261" y="1697520"/>
                </a:lnTo>
                <a:lnTo>
                  <a:pt x="0" y="169752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5736819" y="6769943"/>
            <a:ext cx="996439" cy="1570319"/>
          </a:xfrm>
          <a:custGeom>
            <a:avLst/>
            <a:gdLst/>
            <a:ahLst/>
            <a:cxnLst/>
            <a:rect r="r" b="b" t="t" l="l"/>
            <a:pathLst>
              <a:path h="1570319" w="996439">
                <a:moveTo>
                  <a:pt x="0" y="0"/>
                </a:moveTo>
                <a:lnTo>
                  <a:pt x="996439" y="0"/>
                </a:lnTo>
                <a:lnTo>
                  <a:pt x="996439" y="1570319"/>
                </a:lnTo>
                <a:lnTo>
                  <a:pt x="0" y="157031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2512140" y="76173"/>
            <a:ext cx="281630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e-commerce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59136" y="1446039"/>
            <a:ext cx="4586019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Techstore MX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25506" y="8478033"/>
            <a:ext cx="1168123" cy="284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3"/>
              </a:lnSpc>
            </a:pPr>
            <a:r>
              <a:rPr lang="en-US" sz="168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aptop Pro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25524" y="8752066"/>
            <a:ext cx="1179645" cy="24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1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echStore MX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784563" y="8752066"/>
            <a:ext cx="731728" cy="24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⭐ 4.5/5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904448" y="8478033"/>
            <a:ext cx="611843" cy="284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3"/>
              </a:lnSpc>
              <a:spcBef>
                <a:spcPct val="0"/>
              </a:spcBef>
            </a:pPr>
            <a:r>
              <a:rPr lang="en-US" b="true" sz="1688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$1299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4370265" y="8478033"/>
            <a:ext cx="1523973" cy="284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3"/>
              </a:lnSpc>
            </a:pPr>
            <a:r>
              <a:rPr lang="en-US" sz="168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artphone X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389315" y="8752066"/>
            <a:ext cx="1179645" cy="24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TechSt</a:t>
            </a:r>
            <a:r>
              <a:rPr lang="en-US" sz="1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ore MX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329322" y="8752066"/>
            <a:ext cx="731728" cy="24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⭐ 4.8/5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6510370" y="8478033"/>
            <a:ext cx="489518" cy="284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3"/>
              </a:lnSpc>
              <a:spcBef>
                <a:spcPct val="0"/>
              </a:spcBef>
            </a:pPr>
            <a:r>
              <a:rPr lang="en-US" b="true" sz="1688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$899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899630" y="8478033"/>
            <a:ext cx="1552042" cy="284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3"/>
              </a:lnSpc>
            </a:pPr>
            <a:r>
              <a:rPr lang="en-US" sz="168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Auricul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ares BT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899630" y="8752066"/>
            <a:ext cx="1179645" cy="24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TechSt</a:t>
            </a:r>
            <a:r>
              <a:rPr lang="en-US" sz="1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ore MX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872722" y="8752066"/>
            <a:ext cx="731728" cy="24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⭐ 4.3/5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053770" y="8478033"/>
            <a:ext cx="489518" cy="284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3"/>
              </a:lnSpc>
              <a:spcBef>
                <a:spcPct val="0"/>
              </a:spcBef>
            </a:pPr>
            <a:r>
              <a:rPr lang="en-US" b="true" sz="1688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$199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1312914" y="8478033"/>
            <a:ext cx="1048274" cy="284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3"/>
              </a:lnSpc>
            </a:pPr>
            <a:r>
              <a:rPr lang="en-US" sz="168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Iphone 15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312914" y="8761591"/>
            <a:ext cx="1179645" cy="24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TechStore MX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3271989" y="8752066"/>
            <a:ext cx="731692" cy="24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⭐ 4.9/5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453019" y="8478033"/>
            <a:ext cx="489518" cy="284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3"/>
              </a:lnSpc>
              <a:spcBef>
                <a:spcPct val="0"/>
              </a:spcBef>
            </a:pPr>
            <a:r>
              <a:rPr lang="en-US" b="true" sz="1688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$899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4801621" y="8478033"/>
            <a:ext cx="1288851" cy="284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3"/>
              </a:lnSpc>
            </a:pPr>
            <a:r>
              <a:rPr lang="en-US" sz="168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Mouse GT56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4808674" y="8752066"/>
            <a:ext cx="1179645" cy="24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TechStore MX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6892380" y="8752066"/>
            <a:ext cx="577708" cy="24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⭐ 2/5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6996418" y="8478033"/>
            <a:ext cx="489518" cy="284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3"/>
              </a:lnSpc>
              <a:spcBef>
                <a:spcPct val="0"/>
              </a:spcBef>
            </a:pPr>
            <a:r>
              <a:rPr lang="en-US" b="true" sz="1688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$199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366056" y="5672456"/>
            <a:ext cx="6470594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Productos mas populares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825506" y="3025130"/>
            <a:ext cx="16578157" cy="2552077"/>
            <a:chOff x="0" y="0"/>
            <a:chExt cx="4366264" cy="67215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366264" cy="672152"/>
            </a:xfrm>
            <a:custGeom>
              <a:avLst/>
              <a:gdLst/>
              <a:ahLst/>
              <a:cxnLst/>
              <a:rect r="r" b="b" t="t" l="l"/>
              <a:pathLst>
                <a:path h="672152" w="4366264">
                  <a:moveTo>
                    <a:pt x="8873" y="0"/>
                  </a:moveTo>
                  <a:lnTo>
                    <a:pt x="4357391" y="0"/>
                  </a:lnTo>
                  <a:cubicBezTo>
                    <a:pt x="4359744" y="0"/>
                    <a:pt x="4362001" y="935"/>
                    <a:pt x="4363665" y="2599"/>
                  </a:cubicBezTo>
                  <a:cubicBezTo>
                    <a:pt x="4365329" y="4263"/>
                    <a:pt x="4366264" y="6520"/>
                    <a:pt x="4366264" y="8873"/>
                  </a:cubicBezTo>
                  <a:lnTo>
                    <a:pt x="4366264" y="663279"/>
                  </a:lnTo>
                  <a:cubicBezTo>
                    <a:pt x="4366264" y="665632"/>
                    <a:pt x="4365329" y="667889"/>
                    <a:pt x="4363665" y="669553"/>
                  </a:cubicBezTo>
                  <a:cubicBezTo>
                    <a:pt x="4362001" y="671217"/>
                    <a:pt x="4359744" y="672152"/>
                    <a:pt x="4357391" y="672152"/>
                  </a:cubicBezTo>
                  <a:lnTo>
                    <a:pt x="8873" y="672152"/>
                  </a:lnTo>
                  <a:cubicBezTo>
                    <a:pt x="6520" y="672152"/>
                    <a:pt x="4263" y="671217"/>
                    <a:pt x="2599" y="669553"/>
                  </a:cubicBezTo>
                  <a:cubicBezTo>
                    <a:pt x="935" y="667889"/>
                    <a:pt x="0" y="665632"/>
                    <a:pt x="0" y="663279"/>
                  </a:cubicBezTo>
                  <a:lnTo>
                    <a:pt x="0" y="8873"/>
                  </a:lnTo>
                  <a:cubicBezTo>
                    <a:pt x="0" y="6520"/>
                    <a:pt x="935" y="4263"/>
                    <a:pt x="2599" y="2599"/>
                  </a:cubicBezTo>
                  <a:cubicBezTo>
                    <a:pt x="4263" y="935"/>
                    <a:pt x="6520" y="0"/>
                    <a:pt x="8873" y="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  <a:ln w="47625" cap="sq">
              <a:solidFill>
                <a:srgbClr val="B4B4B4">
                  <a:alpha val="51765"/>
                </a:srgbClr>
              </a:solidFill>
              <a:prstDash val="solid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28575"/>
              <a:ext cx="4366264" cy="643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998591" y="3149463"/>
            <a:ext cx="15450238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Ubicacion: 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Mexico, Nuevo Leon 66429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Telefono: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+52 8125693387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Correo: 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Technomex@hotmail.com.mx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Sobre mi: Techstore Mx se dedica a entregarte la mejor calidad tecnologica por los precios mas bajos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6448829" y="4175126"/>
            <a:ext cx="56729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&gt;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872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61223" y="3944938"/>
            <a:ext cx="13965554" cy="214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0"/>
              </a:lnSpc>
            </a:pPr>
            <a:r>
              <a:rPr lang="en-US" b="true" sz="12500">
                <a:solidFill>
                  <a:srgbClr val="FECC8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Estimación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70079" y="6852723"/>
            <a:ext cx="18758079" cy="3445801"/>
          </a:xfrm>
          <a:custGeom>
            <a:avLst/>
            <a:gdLst/>
            <a:ahLst/>
            <a:cxnLst/>
            <a:rect r="r" b="b" t="t" l="l"/>
            <a:pathLst>
              <a:path h="3445801" w="18758079">
                <a:moveTo>
                  <a:pt x="0" y="0"/>
                </a:moveTo>
                <a:lnTo>
                  <a:pt x="18758079" y="0"/>
                </a:lnTo>
                <a:lnTo>
                  <a:pt x="18758079" y="3445801"/>
                </a:lnTo>
                <a:lnTo>
                  <a:pt x="0" y="3445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56810"/>
            <a:ext cx="18465621" cy="3392077"/>
          </a:xfrm>
          <a:custGeom>
            <a:avLst/>
            <a:gdLst/>
            <a:ahLst/>
            <a:cxnLst/>
            <a:rect r="r" b="b" t="t" l="l"/>
            <a:pathLst>
              <a:path h="3392077" w="18465621">
                <a:moveTo>
                  <a:pt x="0" y="0"/>
                </a:moveTo>
                <a:lnTo>
                  <a:pt x="18465621" y="0"/>
                </a:lnTo>
                <a:lnTo>
                  <a:pt x="18465621" y="3392078"/>
                </a:lnTo>
                <a:lnTo>
                  <a:pt x="0" y="3392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515872" y="-9525"/>
            <a:ext cx="4781653" cy="5597722"/>
          </a:xfrm>
          <a:custGeom>
            <a:avLst/>
            <a:gdLst/>
            <a:ahLst/>
            <a:cxnLst/>
            <a:rect r="r" b="b" t="t" l="l"/>
            <a:pathLst>
              <a:path h="5597722" w="4781653">
                <a:moveTo>
                  <a:pt x="4781653" y="0"/>
                </a:moveTo>
                <a:lnTo>
                  <a:pt x="0" y="0"/>
                </a:lnTo>
                <a:lnTo>
                  <a:pt x="0" y="5597722"/>
                </a:lnTo>
                <a:lnTo>
                  <a:pt x="4781653" y="5597722"/>
                </a:lnTo>
                <a:lnTo>
                  <a:pt x="478165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265419" y="5143500"/>
            <a:ext cx="4781653" cy="5597722"/>
          </a:xfrm>
          <a:custGeom>
            <a:avLst/>
            <a:gdLst/>
            <a:ahLst/>
            <a:cxnLst/>
            <a:rect r="r" b="b" t="t" l="l"/>
            <a:pathLst>
              <a:path h="5597722" w="4781653">
                <a:moveTo>
                  <a:pt x="0" y="5597722"/>
                </a:moveTo>
                <a:lnTo>
                  <a:pt x="4781653" y="5597722"/>
                </a:lnTo>
                <a:lnTo>
                  <a:pt x="4781653" y="0"/>
                </a:lnTo>
                <a:lnTo>
                  <a:pt x="0" y="0"/>
                </a:lnTo>
                <a:lnTo>
                  <a:pt x="0" y="55977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3524" y="721414"/>
            <a:ext cx="18297525" cy="5603617"/>
          </a:xfrm>
          <a:custGeom>
            <a:avLst/>
            <a:gdLst/>
            <a:ahLst/>
            <a:cxnLst/>
            <a:rect r="r" b="b" t="t" l="l"/>
            <a:pathLst>
              <a:path h="5603617" w="18297525">
                <a:moveTo>
                  <a:pt x="0" y="0"/>
                </a:moveTo>
                <a:lnTo>
                  <a:pt x="18297525" y="0"/>
                </a:lnTo>
                <a:lnTo>
                  <a:pt x="18297525" y="5603617"/>
                </a:lnTo>
                <a:lnTo>
                  <a:pt x="0" y="56036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7639" y="6310593"/>
            <a:ext cx="18345639" cy="3254993"/>
          </a:xfrm>
          <a:custGeom>
            <a:avLst/>
            <a:gdLst/>
            <a:ahLst/>
            <a:cxnLst/>
            <a:rect r="r" b="b" t="t" l="l"/>
            <a:pathLst>
              <a:path h="3254993" w="18345639">
                <a:moveTo>
                  <a:pt x="0" y="0"/>
                </a:moveTo>
                <a:lnTo>
                  <a:pt x="18345639" y="0"/>
                </a:lnTo>
                <a:lnTo>
                  <a:pt x="18345639" y="3254993"/>
                </a:lnTo>
                <a:lnTo>
                  <a:pt x="0" y="32549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9" r="0" b="-3534"/>
            </a:stretch>
          </a:blipFill>
        </p:spPr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515872" y="-9525"/>
            <a:ext cx="4781653" cy="5597722"/>
          </a:xfrm>
          <a:custGeom>
            <a:avLst/>
            <a:gdLst/>
            <a:ahLst/>
            <a:cxnLst/>
            <a:rect r="r" b="b" t="t" l="l"/>
            <a:pathLst>
              <a:path h="5597722" w="4781653">
                <a:moveTo>
                  <a:pt x="4781653" y="0"/>
                </a:moveTo>
                <a:lnTo>
                  <a:pt x="0" y="0"/>
                </a:lnTo>
                <a:lnTo>
                  <a:pt x="0" y="5597722"/>
                </a:lnTo>
                <a:lnTo>
                  <a:pt x="4781653" y="5597722"/>
                </a:lnTo>
                <a:lnTo>
                  <a:pt x="478165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265419" y="5143500"/>
            <a:ext cx="4781653" cy="5597722"/>
          </a:xfrm>
          <a:custGeom>
            <a:avLst/>
            <a:gdLst/>
            <a:ahLst/>
            <a:cxnLst/>
            <a:rect r="r" b="b" t="t" l="l"/>
            <a:pathLst>
              <a:path h="5597722" w="4781653">
                <a:moveTo>
                  <a:pt x="0" y="5597722"/>
                </a:moveTo>
                <a:lnTo>
                  <a:pt x="4781653" y="5597722"/>
                </a:lnTo>
                <a:lnTo>
                  <a:pt x="4781653" y="0"/>
                </a:lnTo>
                <a:lnTo>
                  <a:pt x="0" y="0"/>
                </a:lnTo>
                <a:lnTo>
                  <a:pt x="0" y="55977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2943" y="3123504"/>
            <a:ext cx="9105737" cy="4929387"/>
          </a:xfrm>
          <a:custGeom>
            <a:avLst/>
            <a:gdLst/>
            <a:ahLst/>
            <a:cxnLst/>
            <a:rect r="r" b="b" t="t" l="l"/>
            <a:pathLst>
              <a:path h="4929387" w="9105737">
                <a:moveTo>
                  <a:pt x="0" y="0"/>
                </a:moveTo>
                <a:lnTo>
                  <a:pt x="9105737" y="0"/>
                </a:lnTo>
                <a:lnTo>
                  <a:pt x="9105737" y="4929386"/>
                </a:lnTo>
                <a:lnTo>
                  <a:pt x="0" y="49293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26743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71447" y="3106841"/>
            <a:ext cx="7841222" cy="4962711"/>
          </a:xfrm>
          <a:custGeom>
            <a:avLst/>
            <a:gdLst/>
            <a:ahLst/>
            <a:cxnLst/>
            <a:rect r="r" b="b" t="t" l="l"/>
            <a:pathLst>
              <a:path h="4962711" w="7841222">
                <a:moveTo>
                  <a:pt x="0" y="0"/>
                </a:moveTo>
                <a:lnTo>
                  <a:pt x="7841221" y="0"/>
                </a:lnTo>
                <a:lnTo>
                  <a:pt x="7841221" y="4962711"/>
                </a:lnTo>
                <a:lnTo>
                  <a:pt x="0" y="49627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5089" t="0" r="0" b="0"/>
            </a:stretch>
          </a:blipFill>
        </p:spPr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515872" y="-9525"/>
            <a:ext cx="4781653" cy="5597722"/>
          </a:xfrm>
          <a:custGeom>
            <a:avLst/>
            <a:gdLst/>
            <a:ahLst/>
            <a:cxnLst/>
            <a:rect r="r" b="b" t="t" l="l"/>
            <a:pathLst>
              <a:path h="5597722" w="4781653">
                <a:moveTo>
                  <a:pt x="4781653" y="0"/>
                </a:moveTo>
                <a:lnTo>
                  <a:pt x="0" y="0"/>
                </a:lnTo>
                <a:lnTo>
                  <a:pt x="0" y="5597722"/>
                </a:lnTo>
                <a:lnTo>
                  <a:pt x="4781653" y="5597722"/>
                </a:lnTo>
                <a:lnTo>
                  <a:pt x="478165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265419" y="5143500"/>
            <a:ext cx="4781653" cy="5597722"/>
          </a:xfrm>
          <a:custGeom>
            <a:avLst/>
            <a:gdLst/>
            <a:ahLst/>
            <a:cxnLst/>
            <a:rect r="r" b="b" t="t" l="l"/>
            <a:pathLst>
              <a:path h="5597722" w="4781653">
                <a:moveTo>
                  <a:pt x="0" y="5597722"/>
                </a:moveTo>
                <a:lnTo>
                  <a:pt x="4781653" y="5597722"/>
                </a:lnTo>
                <a:lnTo>
                  <a:pt x="4781653" y="0"/>
                </a:lnTo>
                <a:lnTo>
                  <a:pt x="0" y="0"/>
                </a:lnTo>
                <a:lnTo>
                  <a:pt x="0" y="55977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25408" y="3278061"/>
            <a:ext cx="14078782" cy="3730877"/>
          </a:xfrm>
          <a:custGeom>
            <a:avLst/>
            <a:gdLst/>
            <a:ahLst/>
            <a:cxnLst/>
            <a:rect r="r" b="b" t="t" l="l"/>
            <a:pathLst>
              <a:path h="3730877" w="14078782">
                <a:moveTo>
                  <a:pt x="0" y="0"/>
                </a:moveTo>
                <a:lnTo>
                  <a:pt x="14078781" y="0"/>
                </a:lnTo>
                <a:lnTo>
                  <a:pt x="14078781" y="3730878"/>
                </a:lnTo>
                <a:lnTo>
                  <a:pt x="0" y="37308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515872" y="-9525"/>
            <a:ext cx="4781653" cy="5597722"/>
          </a:xfrm>
          <a:custGeom>
            <a:avLst/>
            <a:gdLst/>
            <a:ahLst/>
            <a:cxnLst/>
            <a:rect r="r" b="b" t="t" l="l"/>
            <a:pathLst>
              <a:path h="5597722" w="4781653">
                <a:moveTo>
                  <a:pt x="4781653" y="0"/>
                </a:moveTo>
                <a:lnTo>
                  <a:pt x="0" y="0"/>
                </a:lnTo>
                <a:lnTo>
                  <a:pt x="0" y="5597722"/>
                </a:lnTo>
                <a:lnTo>
                  <a:pt x="4781653" y="5597722"/>
                </a:lnTo>
                <a:lnTo>
                  <a:pt x="478165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265419" y="5143500"/>
            <a:ext cx="4781653" cy="5597722"/>
          </a:xfrm>
          <a:custGeom>
            <a:avLst/>
            <a:gdLst/>
            <a:ahLst/>
            <a:cxnLst/>
            <a:rect r="r" b="b" t="t" l="l"/>
            <a:pathLst>
              <a:path h="5597722" w="4781653">
                <a:moveTo>
                  <a:pt x="0" y="5597722"/>
                </a:moveTo>
                <a:lnTo>
                  <a:pt x="4781653" y="5597722"/>
                </a:lnTo>
                <a:lnTo>
                  <a:pt x="4781653" y="0"/>
                </a:lnTo>
                <a:lnTo>
                  <a:pt x="0" y="0"/>
                </a:lnTo>
                <a:lnTo>
                  <a:pt x="0" y="55977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3165" y="3448079"/>
            <a:ext cx="17381669" cy="4280236"/>
          </a:xfrm>
          <a:custGeom>
            <a:avLst/>
            <a:gdLst/>
            <a:ahLst/>
            <a:cxnLst/>
            <a:rect r="r" b="b" t="t" l="l"/>
            <a:pathLst>
              <a:path h="4280236" w="17381669">
                <a:moveTo>
                  <a:pt x="0" y="0"/>
                </a:moveTo>
                <a:lnTo>
                  <a:pt x="17381670" y="0"/>
                </a:lnTo>
                <a:lnTo>
                  <a:pt x="17381670" y="4280236"/>
                </a:lnTo>
                <a:lnTo>
                  <a:pt x="0" y="42802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DAGxH1InQJs</dc:identifier>
  <dcterms:modified xsi:type="dcterms:W3CDTF">2011-08-01T06:04:30Z</dcterms:modified>
  <cp:revision>1</cp:revision>
  <dc:title>PIA FINAL - IngSof</dc:title>
</cp:coreProperties>
</file>